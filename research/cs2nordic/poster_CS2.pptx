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56" r:id="rId2"/>
  </p:sldIdLst>
  <p:sldSz cx="30279975" cy="42808525"/>
  <p:notesSz cx="6858000" cy="9144000"/>
  <p:defaultTextStyle>
    <a:defPPr>
      <a:defRPr lang="sv-SE"/>
    </a:defPPr>
    <a:lvl1pPr marL="0" algn="l" defTabSz="4174769" rtl="0" eaLnBrk="1" latinLnBrk="0" hangingPunct="1">
      <a:defRPr sz="8300" kern="1200">
        <a:solidFill>
          <a:schemeClr val="tx1"/>
        </a:solidFill>
        <a:latin typeface="+mn-lt"/>
        <a:ea typeface="+mn-ea"/>
        <a:cs typeface="+mn-cs"/>
      </a:defRPr>
    </a:lvl1pPr>
    <a:lvl2pPr marL="2087382" algn="l" defTabSz="4174769" rtl="0" eaLnBrk="1" latinLnBrk="0" hangingPunct="1">
      <a:defRPr sz="8300" kern="1200">
        <a:solidFill>
          <a:schemeClr val="tx1"/>
        </a:solidFill>
        <a:latin typeface="+mn-lt"/>
        <a:ea typeface="+mn-ea"/>
        <a:cs typeface="+mn-cs"/>
      </a:defRPr>
    </a:lvl2pPr>
    <a:lvl3pPr marL="4174769" algn="l" defTabSz="4174769" rtl="0" eaLnBrk="1" latinLnBrk="0" hangingPunct="1">
      <a:defRPr sz="8300" kern="1200">
        <a:solidFill>
          <a:schemeClr val="tx1"/>
        </a:solidFill>
        <a:latin typeface="+mn-lt"/>
        <a:ea typeface="+mn-ea"/>
        <a:cs typeface="+mn-cs"/>
      </a:defRPr>
    </a:lvl3pPr>
    <a:lvl4pPr marL="6262151" algn="l" defTabSz="4174769" rtl="0" eaLnBrk="1" latinLnBrk="0" hangingPunct="1">
      <a:defRPr sz="8300" kern="1200">
        <a:solidFill>
          <a:schemeClr val="tx1"/>
        </a:solidFill>
        <a:latin typeface="+mn-lt"/>
        <a:ea typeface="+mn-ea"/>
        <a:cs typeface="+mn-cs"/>
      </a:defRPr>
    </a:lvl4pPr>
    <a:lvl5pPr marL="8349535" algn="l" defTabSz="4174769" rtl="0" eaLnBrk="1" latinLnBrk="0" hangingPunct="1">
      <a:defRPr sz="8300" kern="1200">
        <a:solidFill>
          <a:schemeClr val="tx1"/>
        </a:solidFill>
        <a:latin typeface="+mn-lt"/>
        <a:ea typeface="+mn-ea"/>
        <a:cs typeface="+mn-cs"/>
      </a:defRPr>
    </a:lvl5pPr>
    <a:lvl6pPr marL="10436922" algn="l" defTabSz="4174769" rtl="0" eaLnBrk="1" latinLnBrk="0" hangingPunct="1">
      <a:defRPr sz="8300" kern="1200">
        <a:solidFill>
          <a:schemeClr val="tx1"/>
        </a:solidFill>
        <a:latin typeface="+mn-lt"/>
        <a:ea typeface="+mn-ea"/>
        <a:cs typeface="+mn-cs"/>
      </a:defRPr>
    </a:lvl6pPr>
    <a:lvl7pPr marL="12524305" algn="l" defTabSz="4174769" rtl="0" eaLnBrk="1" latinLnBrk="0" hangingPunct="1">
      <a:defRPr sz="8300" kern="1200">
        <a:solidFill>
          <a:schemeClr val="tx1"/>
        </a:solidFill>
        <a:latin typeface="+mn-lt"/>
        <a:ea typeface="+mn-ea"/>
        <a:cs typeface="+mn-cs"/>
      </a:defRPr>
    </a:lvl7pPr>
    <a:lvl8pPr marL="14611687" algn="l" defTabSz="4174769" rtl="0" eaLnBrk="1" latinLnBrk="0" hangingPunct="1">
      <a:defRPr sz="8300" kern="1200">
        <a:solidFill>
          <a:schemeClr val="tx1"/>
        </a:solidFill>
        <a:latin typeface="+mn-lt"/>
        <a:ea typeface="+mn-ea"/>
        <a:cs typeface="+mn-cs"/>
      </a:defRPr>
    </a:lvl8pPr>
    <a:lvl9pPr marL="16699074" algn="l" defTabSz="4174769" rtl="0" eaLnBrk="1" latinLnBrk="0" hangingPunct="1">
      <a:defRPr sz="8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3" userDrawn="1">
          <p15:clr>
            <a:srgbClr val="A4A3A4"/>
          </p15:clr>
        </p15:guide>
        <p15:guide id="2" pos="953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B7B3"/>
    <a:srgbClr val="AFD2C2"/>
    <a:srgbClr val="BAD8E1"/>
    <a:srgbClr val="FCDEE0"/>
    <a:srgbClr val="9A5A14"/>
    <a:srgbClr val="E2DDCB"/>
    <a:srgbClr val="D6D2C4"/>
    <a:srgbClr val="EBE6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674A06-D321-E01F-6A69-9D12B8B18C63}" v="515" dt="2026-09-17T12:04:39.911"/>
    <p1510:client id="{DE719B21-830E-B24C-B93A-4E09FD5C432A}" v="317" dt="2026-09-17T14:21:12.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78"/>
    <p:restoredTop sz="96925"/>
  </p:normalViewPr>
  <p:slideViewPr>
    <p:cSldViewPr>
      <p:cViewPr>
        <p:scale>
          <a:sx n="38" d="100"/>
          <a:sy n="38" d="100"/>
        </p:scale>
        <p:origin x="2112" y="-3864"/>
      </p:cViewPr>
      <p:guideLst>
        <p:guide orient="horz" pos="13483"/>
        <p:guide pos="9537"/>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117" d="100"/>
          <a:sy n="117" d="100"/>
        </p:scale>
        <p:origin x="4200"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p Stark" userId="S::ph0245st@lu.se::e954cee9-6385-4c08-a0b2-bcebbf6245f5" providerId="AD" clId="Web-{97674A06-D321-E01F-6A69-9D12B8B18C63}"/>
    <pc:docChg chg="modSld">
      <pc:chgData name="Philipp Stark" userId="S::ph0245st@lu.se::e954cee9-6385-4c08-a0b2-bcebbf6245f5" providerId="AD" clId="Web-{97674A06-D321-E01F-6A69-9D12B8B18C63}" dt="2026-09-17T12:04:39.911" v="468" actId="20577"/>
      <pc:docMkLst>
        <pc:docMk/>
      </pc:docMkLst>
      <pc:sldChg chg="addSp delSp modSp">
        <pc:chgData name="Philipp Stark" userId="S::ph0245st@lu.se::e954cee9-6385-4c08-a0b2-bcebbf6245f5" providerId="AD" clId="Web-{97674A06-D321-E01F-6A69-9D12B8B18C63}" dt="2026-09-17T12:04:39.911" v="468" actId="20577"/>
        <pc:sldMkLst>
          <pc:docMk/>
          <pc:sldMk cId="3125615383" sldId="256"/>
        </pc:sldMkLst>
        <pc:spChg chg="mod">
          <ac:chgData name="Philipp Stark" userId="S::ph0245st@lu.se::e954cee9-6385-4c08-a0b2-bcebbf6245f5" providerId="AD" clId="Web-{97674A06-D321-E01F-6A69-9D12B8B18C63}" dt="2026-09-17T11:53:39.340" v="144" actId="20577"/>
          <ac:spMkLst>
            <pc:docMk/>
            <pc:sldMk cId="3125615383" sldId="256"/>
            <ac:spMk id="4" creationId="{D6326C3F-23B6-4206-ED88-E6BC8FF3929F}"/>
          </ac:spMkLst>
        </pc:spChg>
        <pc:spChg chg="mod">
          <ac:chgData name="Philipp Stark" userId="S::ph0245st@lu.se::e954cee9-6385-4c08-a0b2-bcebbf6245f5" providerId="AD" clId="Web-{97674A06-D321-E01F-6A69-9D12B8B18C63}" dt="2026-09-17T11:44:04.549" v="19" actId="20577"/>
          <ac:spMkLst>
            <pc:docMk/>
            <pc:sldMk cId="3125615383" sldId="256"/>
            <ac:spMk id="5" creationId="{20DB6090-433E-5847-AA12-77F467A4EFFD}"/>
          </ac:spMkLst>
        </pc:spChg>
        <pc:spChg chg="add del mod">
          <ac:chgData name="Philipp Stark" userId="S::ph0245st@lu.se::e954cee9-6385-4c08-a0b2-bcebbf6245f5" providerId="AD" clId="Web-{97674A06-D321-E01F-6A69-9D12B8B18C63}" dt="2026-09-17T12:01:44.647" v="412"/>
          <ac:spMkLst>
            <pc:docMk/>
            <pc:sldMk cId="3125615383" sldId="256"/>
            <ac:spMk id="6" creationId="{E8DEB931-F670-F13C-3EA8-2003CAA50C86}"/>
          </ac:spMkLst>
        </pc:spChg>
        <pc:spChg chg="mod">
          <ac:chgData name="Philipp Stark" userId="S::ph0245st@lu.se::e954cee9-6385-4c08-a0b2-bcebbf6245f5" providerId="AD" clId="Web-{97674A06-D321-E01F-6A69-9D12B8B18C63}" dt="2026-09-17T11:51:24.826" v="118" actId="20577"/>
          <ac:spMkLst>
            <pc:docMk/>
            <pc:sldMk cId="3125615383" sldId="256"/>
            <ac:spMk id="7" creationId="{60C56227-0CA9-424D-9950-E4FB34EADB2B}"/>
          </ac:spMkLst>
        </pc:spChg>
        <pc:spChg chg="mod">
          <ac:chgData name="Philipp Stark" userId="S::ph0245st@lu.se::e954cee9-6385-4c08-a0b2-bcebbf6245f5" providerId="AD" clId="Web-{97674A06-D321-E01F-6A69-9D12B8B18C63}" dt="2026-09-17T11:59:28.430" v="408" actId="20577"/>
          <ac:spMkLst>
            <pc:docMk/>
            <pc:sldMk cId="3125615383" sldId="256"/>
            <ac:spMk id="8" creationId="{6B2A862C-1B5D-B047-ABAE-778D135B82AB}"/>
          </ac:spMkLst>
        </pc:spChg>
        <pc:spChg chg="del">
          <ac:chgData name="Philipp Stark" userId="S::ph0245st@lu.se::e954cee9-6385-4c08-a0b2-bcebbf6245f5" providerId="AD" clId="Web-{97674A06-D321-E01F-6A69-9D12B8B18C63}" dt="2026-09-17T12:01:37.007" v="411"/>
          <ac:spMkLst>
            <pc:docMk/>
            <pc:sldMk cId="3125615383" sldId="256"/>
            <ac:spMk id="9" creationId="{445B2719-EDFF-3747-B00A-915AE49A2CFC}"/>
          </ac:spMkLst>
        </pc:spChg>
        <pc:spChg chg="mod">
          <ac:chgData name="Philipp Stark" userId="S::ph0245st@lu.se::e954cee9-6385-4c08-a0b2-bcebbf6245f5" providerId="AD" clId="Web-{97674A06-D321-E01F-6A69-9D12B8B18C63}" dt="2026-09-17T12:04:39.911" v="468" actId="20577"/>
          <ac:spMkLst>
            <pc:docMk/>
            <pc:sldMk cId="3125615383" sldId="256"/>
            <ac:spMk id="10" creationId="{5A58F345-453C-0E49-80C8-9A61CFDED2E3}"/>
          </ac:spMkLst>
        </pc:spChg>
        <pc:spChg chg="add mod">
          <ac:chgData name="Philipp Stark" userId="S::ph0245st@lu.se::e954cee9-6385-4c08-a0b2-bcebbf6245f5" providerId="AD" clId="Web-{97674A06-D321-E01F-6A69-9D12B8B18C63}" dt="2026-09-17T12:03:54.942" v="466" actId="20577"/>
          <ac:spMkLst>
            <pc:docMk/>
            <pc:sldMk cId="3125615383" sldId="256"/>
            <ac:spMk id="14" creationId="{A08C3172-E0DC-BBE8-5552-F32C839B7E17}"/>
          </ac:spMkLst>
        </pc:spChg>
        <pc:spChg chg="del mod">
          <ac:chgData name="Philipp Stark" userId="S::ph0245st@lu.se::e954cee9-6385-4c08-a0b2-bcebbf6245f5" providerId="AD" clId="Web-{97674A06-D321-E01F-6A69-9D12B8B18C63}" dt="2026-09-17T12:03:23.115" v="456"/>
          <ac:spMkLst>
            <pc:docMk/>
            <pc:sldMk cId="3125615383" sldId="256"/>
            <ac:spMk id="15" creationId="{7F3C0274-4027-5CC4-35DC-10E721F5D73C}"/>
          </ac:spMkLst>
        </pc:spChg>
        <pc:spChg chg="mod">
          <ac:chgData name="Philipp Stark" userId="S::ph0245st@lu.se::e954cee9-6385-4c08-a0b2-bcebbf6245f5" providerId="AD" clId="Web-{97674A06-D321-E01F-6A69-9D12B8B18C63}" dt="2026-09-17T11:51:38.935" v="120" actId="20577"/>
          <ac:spMkLst>
            <pc:docMk/>
            <pc:sldMk cId="3125615383" sldId="256"/>
            <ac:spMk id="20" creationId="{1315EB2E-1195-B949-80A3-0A48E63C38D5}"/>
          </ac:spMkLst>
        </pc:spChg>
        <pc:spChg chg="mod">
          <ac:chgData name="Philipp Stark" userId="S::ph0245st@lu.se::e954cee9-6385-4c08-a0b2-bcebbf6245f5" providerId="AD" clId="Web-{97674A06-D321-E01F-6A69-9D12B8B18C63}" dt="2026-09-17T12:03:59.771" v="467" actId="20577"/>
          <ac:spMkLst>
            <pc:docMk/>
            <pc:sldMk cId="3125615383" sldId="256"/>
            <ac:spMk id="23" creationId="{3F9835CF-3782-4443-9D9E-B3BB7E31B16A}"/>
          </ac:spMkLst>
        </pc:spChg>
        <pc:spChg chg="mod">
          <ac:chgData name="Philipp Stark" userId="S::ph0245st@lu.se::e954cee9-6385-4c08-a0b2-bcebbf6245f5" providerId="AD" clId="Web-{97674A06-D321-E01F-6A69-9D12B8B18C63}" dt="2026-09-17T11:57:38.009" v="336" actId="20577"/>
          <ac:spMkLst>
            <pc:docMk/>
            <pc:sldMk cId="3125615383" sldId="256"/>
            <ac:spMk id="42" creationId="{4D78EB10-389E-295C-16A7-25326ABBB0DD}"/>
          </ac:spMkLst>
        </pc:spChg>
        <pc:spChg chg="mod">
          <ac:chgData name="Philipp Stark" userId="S::ph0245st@lu.se::e954cee9-6385-4c08-a0b2-bcebbf6245f5" providerId="AD" clId="Web-{97674A06-D321-E01F-6A69-9D12B8B18C63}" dt="2026-09-17T11:59:04.102" v="394" actId="20577"/>
          <ac:spMkLst>
            <pc:docMk/>
            <pc:sldMk cId="3125615383" sldId="256"/>
            <ac:spMk id="46" creationId="{14BD8B25-D66C-1C5E-0B34-D926E4AF3A4D}"/>
          </ac:spMkLst>
        </pc:spChg>
        <pc:spChg chg="add del mod">
          <ac:chgData name="Philipp Stark" userId="S::ph0245st@lu.se::e954cee9-6385-4c08-a0b2-bcebbf6245f5" providerId="AD" clId="Web-{97674A06-D321-E01F-6A69-9D12B8B18C63}" dt="2026-09-17T11:55:45.276" v="319" actId="20577"/>
          <ac:spMkLst>
            <pc:docMk/>
            <pc:sldMk cId="3125615383" sldId="256"/>
            <ac:spMk id="62" creationId="{CAD6A1D8-EE33-1F1B-222A-28116FE27751}"/>
          </ac:spMkLst>
        </pc:spChg>
        <pc:spChg chg="mod">
          <ac:chgData name="Philipp Stark" userId="S::ph0245st@lu.se::e954cee9-6385-4c08-a0b2-bcebbf6245f5" providerId="AD" clId="Web-{97674A06-D321-E01F-6A69-9D12B8B18C63}" dt="2026-09-17T11:53:20.669" v="126" actId="1076"/>
          <ac:spMkLst>
            <pc:docMk/>
            <pc:sldMk cId="3125615383" sldId="256"/>
            <ac:spMk id="67" creationId="{088ECC00-749E-6A79-0E54-E80CEAFB9019}"/>
          </ac:spMkLst>
        </pc:spChg>
        <pc:spChg chg="del mod">
          <ac:chgData name="Philipp Stark" userId="S::ph0245st@lu.se::e954cee9-6385-4c08-a0b2-bcebbf6245f5" providerId="AD" clId="Web-{97674A06-D321-E01F-6A69-9D12B8B18C63}" dt="2026-09-17T11:59:08.883" v="397"/>
          <ac:spMkLst>
            <pc:docMk/>
            <pc:sldMk cId="3125615383" sldId="256"/>
            <ac:spMk id="310" creationId="{F29A0DEE-2E48-4D39-AB33-5DBEC3005045}"/>
          </ac:spMkLst>
        </pc:spChg>
        <pc:spChg chg="del">
          <ac:chgData name="Philipp Stark" userId="S::ph0245st@lu.se::e954cee9-6385-4c08-a0b2-bcebbf6245f5" providerId="AD" clId="Web-{97674A06-D321-E01F-6A69-9D12B8B18C63}" dt="2026-09-17T11:59:09.289" v="398"/>
          <ac:spMkLst>
            <pc:docMk/>
            <pc:sldMk cId="3125615383" sldId="256"/>
            <ac:spMk id="311" creationId="{0872F062-ADF6-432E-AF10-1B8268626133}"/>
          </ac:spMkLst>
        </pc:spChg>
        <pc:spChg chg="del">
          <ac:chgData name="Philipp Stark" userId="S::ph0245st@lu.se::e954cee9-6385-4c08-a0b2-bcebbf6245f5" providerId="AD" clId="Web-{97674A06-D321-E01F-6A69-9D12B8B18C63}" dt="2026-09-17T11:59:06.539" v="395"/>
          <ac:spMkLst>
            <pc:docMk/>
            <pc:sldMk cId="3125615383" sldId="256"/>
            <ac:spMk id="321" creationId="{DAA40A2C-29CD-4527-BD44-B100D01F55AD}"/>
          </ac:spMkLst>
        </pc:spChg>
        <pc:spChg chg="del mod">
          <ac:chgData name="Philipp Stark" userId="S::ph0245st@lu.se::e954cee9-6385-4c08-a0b2-bcebbf6245f5" providerId="AD" clId="Web-{97674A06-D321-E01F-6A69-9D12B8B18C63}" dt="2026-09-17T11:59:15.602" v="401"/>
          <ac:spMkLst>
            <pc:docMk/>
            <pc:sldMk cId="3125615383" sldId="256"/>
            <ac:spMk id="325" creationId="{7C2BA99D-3501-4F62-9FD0-9A8A4C587478}"/>
          </ac:spMkLst>
        </pc:spChg>
        <pc:picChg chg="mod">
          <ac:chgData name="Philipp Stark" userId="S::ph0245st@lu.se::e954cee9-6385-4c08-a0b2-bcebbf6245f5" providerId="AD" clId="Web-{97674A06-D321-E01F-6A69-9D12B8B18C63}" dt="2026-09-17T11:55:48.495" v="321" actId="1076"/>
          <ac:picMkLst>
            <pc:docMk/>
            <pc:sldMk cId="3125615383" sldId="256"/>
            <ac:picMk id="3" creationId="{B066DCED-07CF-AF34-CED0-83F986EE7EE7}"/>
          </ac:picMkLst>
        </pc:picChg>
        <pc:picChg chg="mod ord">
          <ac:chgData name="Philipp Stark" userId="S::ph0245st@lu.se::e954cee9-6385-4c08-a0b2-bcebbf6245f5" providerId="AD" clId="Web-{97674A06-D321-E01F-6A69-9D12B8B18C63}" dt="2026-09-17T11:58:32.274" v="377" actId="1076"/>
          <ac:picMkLst>
            <pc:docMk/>
            <pc:sldMk cId="3125615383" sldId="256"/>
            <ac:picMk id="32" creationId="{C70782BF-2D72-7B1E-7BA6-82C8EAB2416D}"/>
          </ac:picMkLst>
        </pc:picChg>
        <pc:picChg chg="mod">
          <ac:chgData name="Philipp Stark" userId="S::ph0245st@lu.se::e954cee9-6385-4c08-a0b2-bcebbf6245f5" providerId="AD" clId="Web-{97674A06-D321-E01F-6A69-9D12B8B18C63}" dt="2026-09-17T11:55:45.417" v="320" actId="1076"/>
          <ac:picMkLst>
            <pc:docMk/>
            <pc:sldMk cId="3125615383" sldId="256"/>
            <ac:picMk id="61" creationId="{B57E62ED-962F-51DD-0341-19636D984286}"/>
          </ac:picMkLst>
        </pc:picChg>
        <pc:picChg chg="ord">
          <ac:chgData name="Philipp Stark" userId="S::ph0245st@lu.se::e954cee9-6385-4c08-a0b2-bcebbf6245f5" providerId="AD" clId="Web-{97674A06-D321-E01F-6A69-9D12B8B18C63}" dt="2026-09-17T11:58:22.665" v="373"/>
          <ac:picMkLst>
            <pc:docMk/>
            <pc:sldMk cId="3125615383" sldId="256"/>
            <ac:picMk id="300" creationId="{00000000-0000-0000-0000-000000000000}"/>
          </ac:picMkLst>
        </pc:picChg>
      </pc:sldChg>
    </pc:docChg>
  </pc:docChgLst>
  <pc:docChgLst>
    <pc:chgData name="Fabio Schreiber" userId="9441f9d2-28d7-4039-ab76-36f20e091961" providerId="ADAL" clId="{A289BA2F-2DDA-54DB-8F78-CBA74DBDFFB1}"/>
    <pc:docChg chg="undo redo custSel modSld">
      <pc:chgData name="Fabio Schreiber" userId="9441f9d2-28d7-4039-ab76-36f20e091961" providerId="ADAL" clId="{A289BA2F-2DDA-54DB-8F78-CBA74DBDFFB1}" dt="2026-09-18T08:45:52.833" v="616" actId="1076"/>
      <pc:docMkLst>
        <pc:docMk/>
      </pc:docMkLst>
      <pc:sldChg chg="addSp delSp modSp mod">
        <pc:chgData name="Fabio Schreiber" userId="9441f9d2-28d7-4039-ab76-36f20e091961" providerId="ADAL" clId="{A289BA2F-2DDA-54DB-8F78-CBA74DBDFFB1}" dt="2026-09-18T08:45:52.833" v="616" actId="1076"/>
        <pc:sldMkLst>
          <pc:docMk/>
          <pc:sldMk cId="3125615383" sldId="256"/>
        </pc:sldMkLst>
        <pc:spChg chg="add del mod">
          <ac:chgData name="Fabio Schreiber" userId="9441f9d2-28d7-4039-ab76-36f20e091961" providerId="ADAL" clId="{A289BA2F-2DDA-54DB-8F78-CBA74DBDFFB1}" dt="2026-09-18T08:26:46.049" v="607" actId="1076"/>
          <ac:spMkLst>
            <pc:docMk/>
            <pc:sldMk cId="3125615383" sldId="256"/>
            <ac:spMk id="4" creationId="{D6326C3F-23B6-4206-ED88-E6BC8FF3929F}"/>
          </ac:spMkLst>
        </pc:spChg>
        <pc:spChg chg="mod">
          <ac:chgData name="Fabio Schreiber" userId="9441f9d2-28d7-4039-ab76-36f20e091961" providerId="ADAL" clId="{A289BA2F-2DDA-54DB-8F78-CBA74DBDFFB1}" dt="2026-09-17T11:43:11.062" v="277"/>
          <ac:spMkLst>
            <pc:docMk/>
            <pc:sldMk cId="3125615383" sldId="256"/>
            <ac:spMk id="5" creationId="{20DB6090-433E-5847-AA12-77F467A4EFFD}"/>
          </ac:spMkLst>
        </pc:spChg>
        <pc:spChg chg="add mod">
          <ac:chgData name="Fabio Schreiber" userId="9441f9d2-28d7-4039-ab76-36f20e091961" providerId="ADAL" clId="{A289BA2F-2DDA-54DB-8F78-CBA74DBDFFB1}" dt="2026-09-17T12:24:04.572" v="422" actId="1076"/>
          <ac:spMkLst>
            <pc:docMk/>
            <pc:sldMk cId="3125615383" sldId="256"/>
            <ac:spMk id="6" creationId="{5922D7DE-A028-2FD0-92B9-45326552A717}"/>
          </ac:spMkLst>
        </pc:spChg>
        <pc:spChg chg="mod">
          <ac:chgData name="Fabio Schreiber" userId="9441f9d2-28d7-4039-ab76-36f20e091961" providerId="ADAL" clId="{A289BA2F-2DDA-54DB-8F78-CBA74DBDFFB1}" dt="2026-09-17T13:14:27.941" v="493" actId="1035"/>
          <ac:spMkLst>
            <pc:docMk/>
            <pc:sldMk cId="3125615383" sldId="256"/>
            <ac:spMk id="7" creationId="{60C56227-0CA9-424D-9950-E4FB34EADB2B}"/>
          </ac:spMkLst>
        </pc:spChg>
        <pc:spChg chg="mod">
          <ac:chgData name="Fabio Schreiber" userId="9441f9d2-28d7-4039-ab76-36f20e091961" providerId="ADAL" clId="{A289BA2F-2DDA-54DB-8F78-CBA74DBDFFB1}" dt="2026-09-17T08:41:34.925" v="262" actId="20577"/>
          <ac:spMkLst>
            <pc:docMk/>
            <pc:sldMk cId="3125615383" sldId="256"/>
            <ac:spMk id="8" creationId="{6B2A862C-1B5D-B047-ABAE-778D135B82AB}"/>
          </ac:spMkLst>
        </pc:spChg>
        <pc:spChg chg="mod">
          <ac:chgData name="Fabio Schreiber" userId="9441f9d2-28d7-4039-ab76-36f20e091961" providerId="ADAL" clId="{A289BA2F-2DDA-54DB-8F78-CBA74DBDFFB1}" dt="2026-09-17T08:28:37.612" v="219" actId="14100"/>
          <ac:spMkLst>
            <pc:docMk/>
            <pc:sldMk cId="3125615383" sldId="256"/>
            <ac:spMk id="9" creationId="{445B2719-EDFF-3747-B00A-915AE49A2CFC}"/>
          </ac:spMkLst>
        </pc:spChg>
        <pc:spChg chg="mod">
          <ac:chgData name="Fabio Schreiber" userId="9441f9d2-28d7-4039-ab76-36f20e091961" providerId="ADAL" clId="{A289BA2F-2DDA-54DB-8F78-CBA74DBDFFB1}" dt="2026-09-17T13:15:15.206" v="513" actId="1036"/>
          <ac:spMkLst>
            <pc:docMk/>
            <pc:sldMk cId="3125615383" sldId="256"/>
            <ac:spMk id="10" creationId="{5A58F345-453C-0E49-80C8-9A61CFDED2E3}"/>
          </ac:spMkLst>
        </pc:spChg>
        <pc:spChg chg="add mod">
          <ac:chgData name="Fabio Schreiber" userId="9441f9d2-28d7-4039-ab76-36f20e091961" providerId="ADAL" clId="{A289BA2F-2DDA-54DB-8F78-CBA74DBDFFB1}" dt="2026-09-18T08:44:54.705" v="610" actId="1076"/>
          <ac:spMkLst>
            <pc:docMk/>
            <pc:sldMk cId="3125615383" sldId="256"/>
            <ac:spMk id="12" creationId="{68648F4F-0DA1-0203-0237-411364B5FC20}"/>
          </ac:spMkLst>
        </pc:spChg>
        <pc:spChg chg="add mod">
          <ac:chgData name="Fabio Schreiber" userId="9441f9d2-28d7-4039-ab76-36f20e091961" providerId="ADAL" clId="{A289BA2F-2DDA-54DB-8F78-CBA74DBDFFB1}" dt="2026-09-17T14:21:09.718" v="603" actId="1076"/>
          <ac:spMkLst>
            <pc:docMk/>
            <pc:sldMk cId="3125615383" sldId="256"/>
            <ac:spMk id="13" creationId="{367CE333-3151-7B89-DDC0-C744CFE1D206}"/>
          </ac:spMkLst>
        </pc:spChg>
        <pc:spChg chg="add mod">
          <ac:chgData name="Fabio Schreiber" userId="9441f9d2-28d7-4039-ab76-36f20e091961" providerId="ADAL" clId="{A289BA2F-2DDA-54DB-8F78-CBA74DBDFFB1}" dt="2026-09-17T08:13:38.480" v="204"/>
          <ac:spMkLst>
            <pc:docMk/>
            <pc:sldMk cId="3125615383" sldId="256"/>
            <ac:spMk id="13" creationId="{52694A7E-24A1-9537-E6DA-9B93B90C6038}"/>
          </ac:spMkLst>
        </pc:spChg>
        <pc:spChg chg="mod">
          <ac:chgData name="Fabio Schreiber" userId="9441f9d2-28d7-4039-ab76-36f20e091961" providerId="ADAL" clId="{A289BA2F-2DDA-54DB-8F78-CBA74DBDFFB1}" dt="2026-09-17T13:15:09.191" v="508" actId="1036"/>
          <ac:spMkLst>
            <pc:docMk/>
            <pc:sldMk cId="3125615383" sldId="256"/>
            <ac:spMk id="14" creationId="{A08C3172-E0DC-BBE8-5552-F32C839B7E17}"/>
          </ac:spMkLst>
        </pc:spChg>
        <pc:spChg chg="add mod">
          <ac:chgData name="Fabio Schreiber" userId="9441f9d2-28d7-4039-ab76-36f20e091961" providerId="ADAL" clId="{A289BA2F-2DDA-54DB-8F78-CBA74DBDFFB1}" dt="2026-09-17T08:28:57.533" v="224" actId="1076"/>
          <ac:spMkLst>
            <pc:docMk/>
            <pc:sldMk cId="3125615383" sldId="256"/>
            <ac:spMk id="15" creationId="{7F3C0274-4027-5CC4-35DC-10E721F5D73C}"/>
          </ac:spMkLst>
        </pc:spChg>
        <pc:spChg chg="add mod">
          <ac:chgData name="Fabio Schreiber" userId="9441f9d2-28d7-4039-ab76-36f20e091961" providerId="ADAL" clId="{A289BA2F-2DDA-54DB-8F78-CBA74DBDFFB1}" dt="2026-09-17T14:21:09.718" v="603" actId="1076"/>
          <ac:spMkLst>
            <pc:docMk/>
            <pc:sldMk cId="3125615383" sldId="256"/>
            <ac:spMk id="16" creationId="{7CE6C543-DA7B-8D8D-AE92-598E1DBC3CE5}"/>
          </ac:spMkLst>
        </pc:spChg>
        <pc:spChg chg="mod">
          <ac:chgData name="Fabio Schreiber" userId="9441f9d2-28d7-4039-ab76-36f20e091961" providerId="ADAL" clId="{A289BA2F-2DDA-54DB-8F78-CBA74DBDFFB1}" dt="2026-09-17T13:14:27.941" v="493" actId="1035"/>
          <ac:spMkLst>
            <pc:docMk/>
            <pc:sldMk cId="3125615383" sldId="256"/>
            <ac:spMk id="20" creationId="{1315EB2E-1195-B949-80A3-0A48E63C38D5}"/>
          </ac:spMkLst>
        </pc:spChg>
        <pc:spChg chg="mod">
          <ac:chgData name="Fabio Schreiber" userId="9441f9d2-28d7-4039-ab76-36f20e091961" providerId="ADAL" clId="{A289BA2F-2DDA-54DB-8F78-CBA74DBDFFB1}" dt="2026-09-17T13:15:09.191" v="508" actId="1036"/>
          <ac:spMkLst>
            <pc:docMk/>
            <pc:sldMk cId="3125615383" sldId="256"/>
            <ac:spMk id="23" creationId="{3F9835CF-3782-4443-9D9E-B3BB7E31B16A}"/>
          </ac:spMkLst>
        </pc:spChg>
        <pc:spChg chg="mod">
          <ac:chgData name="Fabio Schreiber" userId="9441f9d2-28d7-4039-ab76-36f20e091961" providerId="ADAL" clId="{A289BA2F-2DDA-54DB-8F78-CBA74DBDFFB1}" dt="2026-09-17T13:15:15.206" v="513" actId="1036"/>
          <ac:spMkLst>
            <pc:docMk/>
            <pc:sldMk cId="3125615383" sldId="256"/>
            <ac:spMk id="24" creationId="{E755D0CA-59F9-6A46-B1BE-6D2C37CB36C9}"/>
          </ac:spMkLst>
        </pc:spChg>
        <pc:spChg chg="add mod">
          <ac:chgData name="Fabio Schreiber" userId="9441f9d2-28d7-4039-ab76-36f20e091961" providerId="ADAL" clId="{A289BA2F-2DDA-54DB-8F78-CBA74DBDFFB1}" dt="2026-09-17T14:17:46.088" v="598" actId="1036"/>
          <ac:spMkLst>
            <pc:docMk/>
            <pc:sldMk cId="3125615383" sldId="256"/>
            <ac:spMk id="27" creationId="{B050317C-7AE5-C29A-E17D-B3C0ED4EB14C}"/>
          </ac:spMkLst>
        </pc:spChg>
        <pc:spChg chg="add mod">
          <ac:chgData name="Fabio Schreiber" userId="9441f9d2-28d7-4039-ab76-36f20e091961" providerId="ADAL" clId="{A289BA2F-2DDA-54DB-8F78-CBA74DBDFFB1}" dt="2026-09-17T14:20:52.377" v="601" actId="1076"/>
          <ac:spMkLst>
            <pc:docMk/>
            <pc:sldMk cId="3125615383" sldId="256"/>
            <ac:spMk id="28" creationId="{D664007B-2764-72A0-07CE-A9AA2111EDC3}"/>
          </ac:spMkLst>
        </pc:spChg>
        <pc:spChg chg="mod">
          <ac:chgData name="Fabio Schreiber" userId="9441f9d2-28d7-4039-ab76-36f20e091961" providerId="ADAL" clId="{A289BA2F-2DDA-54DB-8F78-CBA74DBDFFB1}" dt="2026-09-17T13:15:20.264" v="516" actId="1036"/>
          <ac:spMkLst>
            <pc:docMk/>
            <pc:sldMk cId="3125615383" sldId="256"/>
            <ac:spMk id="42" creationId="{4D78EB10-389E-295C-16A7-25326ABBB0DD}"/>
          </ac:spMkLst>
        </pc:spChg>
        <pc:spChg chg="mod">
          <ac:chgData name="Fabio Schreiber" userId="9441f9d2-28d7-4039-ab76-36f20e091961" providerId="ADAL" clId="{A289BA2F-2DDA-54DB-8F78-CBA74DBDFFB1}" dt="2026-09-17T13:15:20.264" v="516" actId="1036"/>
          <ac:spMkLst>
            <pc:docMk/>
            <pc:sldMk cId="3125615383" sldId="256"/>
            <ac:spMk id="46" creationId="{14BD8B25-D66C-1C5E-0B34-D926E4AF3A4D}"/>
          </ac:spMkLst>
        </pc:spChg>
        <pc:spChg chg="mod">
          <ac:chgData name="Fabio Schreiber" userId="9441f9d2-28d7-4039-ab76-36f20e091961" providerId="ADAL" clId="{A289BA2F-2DDA-54DB-8F78-CBA74DBDFFB1}" dt="2026-09-17T13:14:33.750" v="494" actId="123"/>
          <ac:spMkLst>
            <pc:docMk/>
            <pc:sldMk cId="3125615383" sldId="256"/>
            <ac:spMk id="62" creationId="{CAD6A1D8-EE33-1F1B-222A-28116FE27751}"/>
          </ac:spMkLst>
        </pc:spChg>
        <pc:spChg chg="del mod">
          <ac:chgData name="Fabio Schreiber" userId="9441f9d2-28d7-4039-ab76-36f20e091961" providerId="ADAL" clId="{A289BA2F-2DDA-54DB-8F78-CBA74DBDFFB1}" dt="2026-09-17T13:53:35.084" v="544" actId="478"/>
          <ac:spMkLst>
            <pc:docMk/>
            <pc:sldMk cId="3125615383" sldId="256"/>
            <ac:spMk id="67" creationId="{088ECC00-749E-6A79-0E54-E80CEAFB9019}"/>
          </ac:spMkLst>
        </pc:spChg>
        <pc:spChg chg="mod">
          <ac:chgData name="Fabio Schreiber" userId="9441f9d2-28d7-4039-ab76-36f20e091961" providerId="ADAL" clId="{A289BA2F-2DDA-54DB-8F78-CBA74DBDFFB1}" dt="2026-09-17T08:06:06.936" v="176" actId="1076"/>
          <ac:spMkLst>
            <pc:docMk/>
            <pc:sldMk cId="3125615383" sldId="256"/>
            <ac:spMk id="310" creationId="{F29A0DEE-2E48-4D39-AB33-5DBEC3005045}"/>
          </ac:spMkLst>
        </pc:spChg>
        <pc:spChg chg="mod">
          <ac:chgData name="Fabio Schreiber" userId="9441f9d2-28d7-4039-ab76-36f20e091961" providerId="ADAL" clId="{A289BA2F-2DDA-54DB-8F78-CBA74DBDFFB1}" dt="2026-09-17T08:06:06.936" v="176" actId="1076"/>
          <ac:spMkLst>
            <pc:docMk/>
            <pc:sldMk cId="3125615383" sldId="256"/>
            <ac:spMk id="311" creationId="{0872F062-ADF6-432E-AF10-1B8268626133}"/>
          </ac:spMkLst>
        </pc:spChg>
        <pc:spChg chg="add del mod">
          <ac:chgData name="Fabio Schreiber" userId="9441f9d2-28d7-4039-ab76-36f20e091961" providerId="ADAL" clId="{A289BA2F-2DDA-54DB-8F78-CBA74DBDFFB1}" dt="2026-09-17T12:13:49.463" v="294" actId="478"/>
          <ac:spMkLst>
            <pc:docMk/>
            <pc:sldMk cId="3125615383" sldId="256"/>
            <ac:spMk id="320" creationId="{E335A526-C746-4AB9-AA45-C451585DA55F}"/>
          </ac:spMkLst>
        </pc:spChg>
        <pc:spChg chg="mod">
          <ac:chgData name="Fabio Schreiber" userId="9441f9d2-28d7-4039-ab76-36f20e091961" providerId="ADAL" clId="{A289BA2F-2DDA-54DB-8F78-CBA74DBDFFB1}" dt="2026-09-17T08:53:00.991" v="269" actId="14100"/>
          <ac:spMkLst>
            <pc:docMk/>
            <pc:sldMk cId="3125615383" sldId="256"/>
            <ac:spMk id="321" creationId="{DAA40A2C-29CD-4527-BD44-B100D01F55AD}"/>
          </ac:spMkLst>
        </pc:spChg>
        <pc:spChg chg="mod">
          <ac:chgData name="Fabio Schreiber" userId="9441f9d2-28d7-4039-ab76-36f20e091961" providerId="ADAL" clId="{A289BA2F-2DDA-54DB-8F78-CBA74DBDFFB1}" dt="2026-09-17T08:06:06.936" v="176" actId="1076"/>
          <ac:spMkLst>
            <pc:docMk/>
            <pc:sldMk cId="3125615383" sldId="256"/>
            <ac:spMk id="325" creationId="{7C2BA99D-3501-4F62-9FD0-9A8A4C587478}"/>
          </ac:spMkLst>
        </pc:spChg>
        <pc:spChg chg="mod">
          <ac:chgData name="Fabio Schreiber" userId="9441f9d2-28d7-4039-ab76-36f20e091961" providerId="ADAL" clId="{A289BA2F-2DDA-54DB-8F78-CBA74DBDFFB1}" dt="2026-09-18T08:45:17.930" v="613" actId="14100"/>
          <ac:spMkLst>
            <pc:docMk/>
            <pc:sldMk cId="3125615383" sldId="256"/>
            <ac:spMk id="340" creationId="{21B377EA-CD89-4976-A8F7-E767E3D0CA57}"/>
          </ac:spMkLst>
        </pc:spChg>
        <pc:spChg chg="del mod">
          <ac:chgData name="Fabio Schreiber" userId="9441f9d2-28d7-4039-ab76-36f20e091961" providerId="ADAL" clId="{A289BA2F-2DDA-54DB-8F78-CBA74DBDFFB1}" dt="2026-09-17T07:47:48.330" v="108" actId="478"/>
          <ac:spMkLst>
            <pc:docMk/>
            <pc:sldMk cId="3125615383" sldId="256"/>
            <ac:spMk id="341" creationId="{C6002D5C-0910-4930-A291-F6CBB4A03D61}"/>
          </ac:spMkLst>
        </pc:spChg>
        <pc:spChg chg="mod">
          <ac:chgData name="Fabio Schreiber" userId="9441f9d2-28d7-4039-ab76-36f20e091961" providerId="ADAL" clId="{A289BA2F-2DDA-54DB-8F78-CBA74DBDFFB1}" dt="2026-09-18T08:44:54.705" v="610" actId="1076"/>
          <ac:spMkLst>
            <pc:docMk/>
            <pc:sldMk cId="3125615383" sldId="256"/>
            <ac:spMk id="342" creationId="{24092EBA-8812-4717-B971-7E3705BA8449}"/>
          </ac:spMkLst>
        </pc:spChg>
        <pc:picChg chg="add mod">
          <ac:chgData name="Fabio Schreiber" userId="9441f9d2-28d7-4039-ab76-36f20e091961" providerId="ADAL" clId="{A289BA2F-2DDA-54DB-8F78-CBA74DBDFFB1}" dt="2026-09-17T12:24:04.572" v="422" actId="1076"/>
          <ac:picMkLst>
            <pc:docMk/>
            <pc:sldMk cId="3125615383" sldId="256"/>
            <ac:picMk id="2" creationId="{FD061981-6155-DA86-2E68-DC9C3D36DA85}"/>
          </ac:picMkLst>
        </pc:picChg>
        <pc:picChg chg="add mod">
          <ac:chgData name="Fabio Schreiber" userId="9441f9d2-28d7-4039-ab76-36f20e091961" providerId="ADAL" clId="{A289BA2F-2DDA-54DB-8F78-CBA74DBDFFB1}" dt="2026-09-17T14:17:18.104" v="595" actId="1076"/>
          <ac:picMkLst>
            <pc:docMk/>
            <pc:sldMk cId="3125615383" sldId="256"/>
            <ac:picMk id="3" creationId="{B066DCED-07CF-AF34-CED0-83F986EE7EE7}"/>
          </ac:picMkLst>
        </pc:picChg>
        <pc:picChg chg="add mod">
          <ac:chgData name="Fabio Schreiber" userId="9441f9d2-28d7-4039-ab76-36f20e091961" providerId="ADAL" clId="{A289BA2F-2DDA-54DB-8F78-CBA74DBDFFB1}" dt="2026-09-18T08:45:52.833" v="616" actId="1076"/>
          <ac:picMkLst>
            <pc:docMk/>
            <pc:sldMk cId="3125615383" sldId="256"/>
            <ac:picMk id="9" creationId="{5253EC21-1DEE-A382-44EB-B565444BB99D}"/>
          </ac:picMkLst>
        </pc:picChg>
        <pc:picChg chg="add mod">
          <ac:chgData name="Fabio Schreiber" userId="9441f9d2-28d7-4039-ab76-36f20e091961" providerId="ADAL" clId="{A289BA2F-2DDA-54DB-8F78-CBA74DBDFFB1}" dt="2026-09-18T08:44:54.705" v="610" actId="1076"/>
          <ac:picMkLst>
            <pc:docMk/>
            <pc:sldMk cId="3125615383" sldId="256"/>
            <ac:picMk id="11" creationId="{3F385BBD-B900-64E1-BD66-E1014F2C55EB}"/>
          </ac:picMkLst>
        </pc:picChg>
        <pc:picChg chg="add del mod">
          <ac:chgData name="Fabio Schreiber" userId="9441f9d2-28d7-4039-ab76-36f20e091961" providerId="ADAL" clId="{A289BA2F-2DDA-54DB-8F78-CBA74DBDFFB1}" dt="2026-09-17T13:25:28.296" v="519" actId="478"/>
          <ac:picMkLst>
            <pc:docMk/>
            <pc:sldMk cId="3125615383" sldId="256"/>
            <ac:picMk id="18" creationId="{6E19394A-3CC5-CACC-09F6-F880B8D6B3FC}"/>
          </ac:picMkLst>
        </pc:picChg>
        <pc:picChg chg="add del mod">
          <ac:chgData name="Fabio Schreiber" userId="9441f9d2-28d7-4039-ab76-36f20e091961" providerId="ADAL" clId="{A289BA2F-2DDA-54DB-8F78-CBA74DBDFFB1}" dt="2026-09-17T13:26:17.556" v="532" actId="478"/>
          <ac:picMkLst>
            <pc:docMk/>
            <pc:sldMk cId="3125615383" sldId="256"/>
            <ac:picMk id="21" creationId="{6E469334-390A-2E03-C60A-C28AF9285376}"/>
          </ac:picMkLst>
        </pc:picChg>
        <pc:picChg chg="add mod">
          <ac:chgData name="Fabio Schreiber" userId="9441f9d2-28d7-4039-ab76-36f20e091961" providerId="ADAL" clId="{A289BA2F-2DDA-54DB-8F78-CBA74DBDFFB1}" dt="2026-09-17T14:17:28.172" v="596" actId="1076"/>
          <ac:picMkLst>
            <pc:docMk/>
            <pc:sldMk cId="3125615383" sldId="256"/>
            <ac:picMk id="25" creationId="{607130C7-BEAB-0C9A-6767-C1A230DA5860}"/>
          </ac:picMkLst>
        </pc:picChg>
        <pc:picChg chg="mod">
          <ac:chgData name="Fabio Schreiber" userId="9441f9d2-28d7-4039-ab76-36f20e091961" providerId="ADAL" clId="{A289BA2F-2DDA-54DB-8F78-CBA74DBDFFB1}" dt="2026-09-17T14:17:37.713" v="597" actId="1076"/>
          <ac:picMkLst>
            <pc:docMk/>
            <pc:sldMk cId="3125615383" sldId="256"/>
            <ac:picMk id="32" creationId="{C70782BF-2D72-7B1E-7BA6-82C8EAB2416D}"/>
          </ac:picMkLst>
        </pc:picChg>
        <pc:picChg chg="add del mod">
          <ac:chgData name="Fabio Schreiber" userId="9441f9d2-28d7-4039-ab76-36f20e091961" providerId="ADAL" clId="{A289BA2F-2DDA-54DB-8F78-CBA74DBDFFB1}" dt="2026-09-17T13:25:52.113" v="523" actId="478"/>
          <ac:picMkLst>
            <pc:docMk/>
            <pc:sldMk cId="3125615383" sldId="256"/>
            <ac:picMk id="61" creationId="{B57E62ED-962F-51DD-0341-19636D984286}"/>
          </ac:picMkLst>
        </pc:picChg>
        <pc:picChg chg="del mod">
          <ac:chgData name="Fabio Schreiber" userId="9441f9d2-28d7-4039-ab76-36f20e091961" providerId="ADAL" clId="{A289BA2F-2DDA-54DB-8F78-CBA74DBDFFB1}" dt="2026-09-17T12:13:17.380" v="284" actId="478"/>
          <ac:picMkLst>
            <pc:docMk/>
            <pc:sldMk cId="3125615383" sldId="256"/>
            <ac:picMk id="300"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E51AFB3A-8C6B-2043-A0C0-30BE3C5168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dirty="0">
              <a:latin typeface="Arial" panose="020B0604020202020204" pitchFamily="34" charset="0"/>
            </a:endParaRPr>
          </a:p>
        </p:txBody>
      </p:sp>
      <p:sp>
        <p:nvSpPr>
          <p:cNvPr id="3" name="Platshållare för datum 2">
            <a:extLst>
              <a:ext uri="{FF2B5EF4-FFF2-40B4-BE49-F238E27FC236}">
                <a16:creationId xmlns:a16="http://schemas.microsoft.com/office/drawing/2014/main" id="{399EB5BA-2EA5-6845-9267-50B487736B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DE79A4-E3BF-1147-85A6-9FDC6167D2B2}" type="datetimeFigureOut">
              <a:rPr lang="sv-SE" smtClean="0">
                <a:latin typeface="Arial" panose="020B0604020202020204" pitchFamily="34" charset="0"/>
              </a:rPr>
              <a:t>2026-09-17</a:t>
            </a:fld>
            <a:endParaRPr lang="sv-SE" dirty="0">
              <a:latin typeface="Arial" panose="020B0604020202020204" pitchFamily="34" charset="0"/>
            </a:endParaRPr>
          </a:p>
        </p:txBody>
      </p:sp>
      <p:sp>
        <p:nvSpPr>
          <p:cNvPr id="4" name="Platshållare för sidfot 3">
            <a:extLst>
              <a:ext uri="{FF2B5EF4-FFF2-40B4-BE49-F238E27FC236}">
                <a16:creationId xmlns:a16="http://schemas.microsoft.com/office/drawing/2014/main" id="{5D0BA3BB-FF32-D64E-9C22-2EB61D17F44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dirty="0">
              <a:latin typeface="Arial" panose="020B0604020202020204" pitchFamily="34" charset="0"/>
            </a:endParaRPr>
          </a:p>
        </p:txBody>
      </p:sp>
      <p:sp>
        <p:nvSpPr>
          <p:cNvPr id="5" name="Platshållare för bildnummer 4">
            <a:extLst>
              <a:ext uri="{FF2B5EF4-FFF2-40B4-BE49-F238E27FC236}">
                <a16:creationId xmlns:a16="http://schemas.microsoft.com/office/drawing/2014/main" id="{3FD914DE-5CAE-C94E-98D6-CD986A9AB50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563819C-53DA-3B4D-B8DD-A0641855D21D}" type="slidenum">
              <a:rPr lang="sv-SE" smtClean="0">
                <a:latin typeface="Arial" panose="020B0604020202020204" pitchFamily="34" charset="0"/>
              </a:rPr>
              <a:t>‹#›</a:t>
            </a:fld>
            <a:endParaRPr lang="sv-SE" dirty="0">
              <a:latin typeface="Arial" panose="020B0604020202020204" pitchFamily="34" charset="0"/>
            </a:endParaRPr>
          </a:p>
        </p:txBody>
      </p:sp>
    </p:spTree>
    <p:extLst>
      <p:ext uri="{BB962C8B-B14F-4D97-AF65-F5344CB8AC3E}">
        <p14:creationId xmlns:p14="http://schemas.microsoft.com/office/powerpoint/2010/main" val="12815738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GB" dirty="0"/>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D16772D2-001A-4F4D-91B5-0FDF13FD237D}" type="datetimeFigureOut">
              <a:rPr lang="en-GB" smtClean="0"/>
              <a:pPr/>
              <a:t>17/09/2026</a:t>
            </a:fld>
            <a:endParaRPr lang="en-GB" dirty="0"/>
          </a:p>
        </p:txBody>
      </p:sp>
      <p:sp>
        <p:nvSpPr>
          <p:cNvPr id="4" name="Platshållare för bildobjekt 3"/>
          <p:cNvSpPr>
            <a:spLocks noGrp="1" noRot="1" noChangeAspect="1"/>
          </p:cNvSpPr>
          <p:nvPr>
            <p:ph type="sldImg" idx="2"/>
          </p:nvPr>
        </p:nvSpPr>
        <p:spPr>
          <a:xfrm>
            <a:off x="2336800" y="1143000"/>
            <a:ext cx="2184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endParaRPr lang="en-GB" dirty="0"/>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GB" dirty="0"/>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ABC58BEB-B697-1541-8594-7673E1B8355D}" type="slidenum">
              <a:rPr lang="en-GB" smtClean="0"/>
              <a:pPr/>
              <a:t>‹#›</a:t>
            </a:fld>
            <a:endParaRPr lang="en-GB" dirty="0"/>
          </a:p>
        </p:txBody>
      </p:sp>
    </p:spTree>
    <p:extLst>
      <p:ext uri="{BB962C8B-B14F-4D97-AF65-F5344CB8AC3E}">
        <p14:creationId xmlns:p14="http://schemas.microsoft.com/office/powerpoint/2010/main" val="129047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txBody>
          <a:bodyPr/>
          <a:lstStyle/>
          <a:p>
            <a:endParaRPr lang="en-SE"/>
          </a:p>
        </p:txBody>
      </p:sp>
      <p:sp>
        <p:nvSpPr>
          <p:cNvPr id="3" name="Platshållare för anteckningar 2"/>
          <p:cNvSpPr>
            <a:spLocks noGrp="1"/>
          </p:cNvSpPr>
          <p:nvPr>
            <p:ph type="body" idx="1"/>
          </p:nvPr>
        </p:nvSpPr>
        <p:spPr/>
        <p:txBody>
          <a:bodyPr/>
          <a:lstStyle/>
          <a:p>
            <a:endParaRPr lang="en-GB"/>
          </a:p>
        </p:txBody>
      </p:sp>
      <p:sp>
        <p:nvSpPr>
          <p:cNvPr id="4" name="Platshållare för bildnummer 3"/>
          <p:cNvSpPr>
            <a:spLocks noGrp="1"/>
          </p:cNvSpPr>
          <p:nvPr>
            <p:ph type="sldNum" sz="quarter" idx="5"/>
          </p:nvPr>
        </p:nvSpPr>
        <p:spPr/>
        <p:txBody>
          <a:bodyPr/>
          <a:lstStyle/>
          <a:p>
            <a:fld id="{ABC58BEB-B697-1541-8594-7673E1B8355D}" type="slidenum">
              <a:rPr lang="en-GB" smtClean="0"/>
              <a:t>1</a:t>
            </a:fld>
            <a:endParaRPr lang="en-GB"/>
          </a:p>
        </p:txBody>
      </p:sp>
    </p:spTree>
    <p:extLst>
      <p:ext uri="{BB962C8B-B14F-4D97-AF65-F5344CB8AC3E}">
        <p14:creationId xmlns:p14="http://schemas.microsoft.com/office/powerpoint/2010/main" val="2690031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eige asymmetrical">
    <p:spTree>
      <p:nvGrpSpPr>
        <p:cNvPr id="1" name=""/>
        <p:cNvGrpSpPr/>
        <p:nvPr/>
      </p:nvGrpSpPr>
      <p:grpSpPr>
        <a:xfrm>
          <a:off x="0" y="0"/>
          <a:ext cx="0" cy="0"/>
          <a:chOff x="0" y="0"/>
          <a:chExt cx="0" cy="0"/>
        </a:xfrm>
      </p:grpSpPr>
      <p:sp>
        <p:nvSpPr>
          <p:cNvPr id="31" name="Rektangel 30">
            <a:extLst>
              <a:ext uri="{FF2B5EF4-FFF2-40B4-BE49-F238E27FC236}">
                <a16:creationId xmlns:a16="http://schemas.microsoft.com/office/drawing/2014/main" id="{3F57CE79-7885-6A43-A71F-323C7AE91C61}"/>
              </a:ext>
            </a:extLst>
          </p:cNvPr>
          <p:cNvSpPr/>
          <p:nvPr userDrawn="1"/>
        </p:nvSpPr>
        <p:spPr>
          <a:xfrm>
            <a:off x="539999" y="6498606"/>
            <a:ext cx="29196000" cy="3574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0" rIns="91423" bIns="45710" rtlCol="0" anchor="ctr"/>
          <a:lstStyle/>
          <a:p>
            <a:pPr algn="ctr"/>
            <a:endParaRPr lang="sv-SE" b="0" i="0" dirty="0">
              <a:latin typeface="Arial" panose="020B0604020202020204" pitchFamily="34" charset="0"/>
            </a:endParaRPr>
          </a:p>
        </p:txBody>
      </p:sp>
      <p:sp>
        <p:nvSpPr>
          <p:cNvPr id="6" name="Platshållare för text 5"/>
          <p:cNvSpPr>
            <a:spLocks noGrp="1"/>
          </p:cNvSpPr>
          <p:nvPr>
            <p:ph type="body" sz="quarter" idx="10" hasCustomPrompt="1"/>
          </p:nvPr>
        </p:nvSpPr>
        <p:spPr>
          <a:xfrm>
            <a:off x="6426000" y="684000"/>
            <a:ext cx="23114770" cy="3673075"/>
          </a:xfrm>
          <a:prstGeom prst="rect">
            <a:avLst/>
          </a:prstGeom>
        </p:spPr>
        <p:txBody>
          <a:bodyPr lIns="0" tIns="0" rIns="0" bIns="0" anchor="b" anchorCtr="0"/>
          <a:lstStyle>
            <a:lvl1pPr marL="0" marR="0" indent="0" algn="l" defTabSz="4174769" rtl="0" eaLnBrk="1" fontAlgn="auto" latinLnBrk="0" hangingPunct="1">
              <a:lnSpc>
                <a:spcPct val="100000"/>
              </a:lnSpc>
              <a:spcBef>
                <a:spcPts val="0"/>
              </a:spcBef>
              <a:spcAft>
                <a:spcPts val="0"/>
              </a:spcAft>
              <a:buClrTx/>
              <a:buSzTx/>
              <a:buFont typeface="Arial" pitchFamily="34" charset="0"/>
              <a:buNone/>
              <a:tabLst/>
              <a:defRPr sz="9900" b="0" i="0" u="none" baseline="0">
                <a:solidFill>
                  <a:schemeClr val="accent1"/>
                </a:solidFill>
                <a:latin typeface="Times New Roman" panose="02020603050405020304" pitchFamily="18" charset="0"/>
              </a:defRPr>
            </a:lvl1pPr>
          </a:lstStyle>
          <a:p>
            <a:pPr marL="0" marR="0" lvl="0" indent="0" algn="l" defTabSz="4174769" rtl="0" eaLnBrk="1" fontAlgn="auto" latinLnBrk="0" hangingPunct="1">
              <a:lnSpc>
                <a:spcPct val="100000"/>
              </a:lnSpc>
              <a:spcBef>
                <a:spcPts val="0"/>
              </a:spcBef>
              <a:spcAft>
                <a:spcPts val="0"/>
              </a:spcAft>
              <a:buClrTx/>
              <a:buSzTx/>
              <a:buFont typeface="Arial" pitchFamily="34" charset="0"/>
              <a:buNone/>
              <a:tabLst/>
              <a:defRPr/>
            </a:pPr>
            <a:r>
              <a:rPr lang="en-GB" noProof="0" dirty="0"/>
              <a:t>Headline Times New Roman </a:t>
            </a:r>
            <a:br>
              <a:rPr lang="en-GB" noProof="0" dirty="0"/>
            </a:br>
            <a:r>
              <a:rPr lang="en-GB" noProof="0" dirty="0"/>
              <a:t>or Adobe Garamond </a:t>
            </a:r>
            <a:r>
              <a:rPr lang="en-GB" noProof="0" dirty="0" err="1"/>
              <a:t>Semibold</a:t>
            </a:r>
            <a:endParaRPr lang="en-GB" noProof="0" dirty="0"/>
          </a:p>
        </p:txBody>
      </p:sp>
      <p:sp>
        <p:nvSpPr>
          <p:cNvPr id="14" name="Platshållare för bild 9"/>
          <p:cNvSpPr>
            <a:spLocks noGrp="1"/>
          </p:cNvSpPr>
          <p:nvPr>
            <p:ph type="pic" sz="quarter" idx="12" hasCustomPrompt="1"/>
          </p:nvPr>
        </p:nvSpPr>
        <p:spPr>
          <a:xfrm>
            <a:off x="17948305" y="7307963"/>
            <a:ext cx="10872000"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6" name="Platshållare för text 21"/>
          <p:cNvSpPr>
            <a:spLocks noGrp="1"/>
          </p:cNvSpPr>
          <p:nvPr>
            <p:ph type="body" sz="quarter" idx="17" hasCustomPrompt="1"/>
          </p:nvPr>
        </p:nvSpPr>
        <p:spPr>
          <a:xfrm>
            <a:off x="1385316" y="8946001"/>
            <a:ext cx="15480000" cy="5401478"/>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4400" b="0" i="0" baseline="0">
                <a:solidFill>
                  <a:schemeClr val="tx2"/>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Intro text Arial / Frutiger LT Std 55 Roman.</a:t>
            </a:r>
          </a:p>
        </p:txBody>
      </p:sp>
      <p:sp>
        <p:nvSpPr>
          <p:cNvPr id="3" name="Platshållare för text 2"/>
          <p:cNvSpPr>
            <a:spLocks noGrp="1"/>
          </p:cNvSpPr>
          <p:nvPr>
            <p:ph type="body" sz="quarter" idx="19" hasCustomPrompt="1"/>
          </p:nvPr>
        </p:nvSpPr>
        <p:spPr>
          <a:xfrm>
            <a:off x="6426000" y="5004000"/>
            <a:ext cx="23114768" cy="1223963"/>
          </a:xfrm>
          <a:prstGeom prst="rect">
            <a:avLst/>
          </a:prstGeom>
          <a:ln>
            <a:noFill/>
            <a:prstDash val="solid"/>
          </a:ln>
        </p:spPr>
        <p:txBody>
          <a:bodyPr lIns="0" tIns="0" rIns="0" bIns="0" anchor="t" anchorCtr="0"/>
          <a:lstStyle>
            <a:lvl1pPr marL="0" indent="0">
              <a:buNone/>
              <a:defRPr sz="3600" b="1" i="0" cap="all" spc="200" baseline="0">
                <a:solidFill>
                  <a:schemeClr val="accent1"/>
                </a:solidFill>
                <a:latin typeface="Arial" panose="020B0604020202020204" pitchFamily="34" charset="0"/>
                <a:cs typeface="Arial" panose="020B0604020202020204" pitchFamily="34" charset="0"/>
              </a:defRPr>
            </a:lvl1pPr>
          </a:lstStyle>
          <a:p>
            <a:pPr lvl="0"/>
            <a:r>
              <a:rPr lang="en-GB" sz="4000" noProof="0" dirty="0"/>
              <a:t>SUBTITLE – NAMES, AFFILIATIONS ETC – Arial Bold / Frutiger LT Std 65 Bold</a:t>
            </a:r>
            <a:endParaRPr lang="en-GB" noProof="0" dirty="0"/>
          </a:p>
        </p:txBody>
      </p:sp>
      <p:cxnSp>
        <p:nvCxnSpPr>
          <p:cNvPr id="7" name="Rak 6"/>
          <p:cNvCxnSpPr/>
          <p:nvPr userDrawn="1"/>
        </p:nvCxnSpPr>
        <p:spPr>
          <a:xfrm>
            <a:off x="6426194" y="4608000"/>
            <a:ext cx="23114574" cy="0"/>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Platshållare för text 21">
            <a:extLst>
              <a:ext uri="{FF2B5EF4-FFF2-40B4-BE49-F238E27FC236}">
                <a16:creationId xmlns:a16="http://schemas.microsoft.com/office/drawing/2014/main" id="{BA5915EB-D66C-B848-86DA-5D7C88849F1E}"/>
              </a:ext>
            </a:extLst>
          </p:cNvPr>
          <p:cNvSpPr>
            <a:spLocks noGrp="1"/>
          </p:cNvSpPr>
          <p:nvPr>
            <p:ph type="body" sz="quarter" idx="21" hasCustomPrompt="1"/>
          </p:nvPr>
        </p:nvSpPr>
        <p:spPr>
          <a:xfrm>
            <a:off x="1385316" y="16819200"/>
            <a:ext cx="15480000" cy="7131600"/>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2" name="Platshållare för text 21">
            <a:extLst>
              <a:ext uri="{FF2B5EF4-FFF2-40B4-BE49-F238E27FC236}">
                <a16:creationId xmlns:a16="http://schemas.microsoft.com/office/drawing/2014/main" id="{42240B1D-39B5-5148-9229-74ADE831E9C6}"/>
              </a:ext>
            </a:extLst>
          </p:cNvPr>
          <p:cNvSpPr>
            <a:spLocks noGrp="1"/>
          </p:cNvSpPr>
          <p:nvPr>
            <p:ph type="body" sz="quarter" idx="23" hasCustomPrompt="1"/>
          </p:nvPr>
        </p:nvSpPr>
        <p:spPr>
          <a:xfrm>
            <a:off x="1385316" y="35031600"/>
            <a:ext cx="15480000" cy="6300091"/>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4" name="Platshållare för text 21">
            <a:extLst>
              <a:ext uri="{FF2B5EF4-FFF2-40B4-BE49-F238E27FC236}">
                <a16:creationId xmlns:a16="http://schemas.microsoft.com/office/drawing/2014/main" id="{BDF833D3-200F-164E-B9DF-3F95ACC8CFF4}"/>
              </a:ext>
            </a:extLst>
          </p:cNvPr>
          <p:cNvSpPr>
            <a:spLocks noGrp="1"/>
          </p:cNvSpPr>
          <p:nvPr>
            <p:ph type="body" sz="quarter" idx="25" hasCustomPrompt="1"/>
          </p:nvPr>
        </p:nvSpPr>
        <p:spPr>
          <a:xfrm>
            <a:off x="17944745" y="29433600"/>
            <a:ext cx="10872000" cy="716558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5" name="Platshållare för text 4">
            <a:extLst>
              <a:ext uri="{FF2B5EF4-FFF2-40B4-BE49-F238E27FC236}">
                <a16:creationId xmlns:a16="http://schemas.microsoft.com/office/drawing/2014/main" id="{A1E4D9B8-06D3-6347-B8EB-4C602E65D402}"/>
              </a:ext>
            </a:extLst>
          </p:cNvPr>
          <p:cNvSpPr>
            <a:spLocks noGrp="1"/>
          </p:cNvSpPr>
          <p:nvPr>
            <p:ph type="body" sz="quarter" idx="26" hasCustomPrompt="1"/>
          </p:nvPr>
        </p:nvSpPr>
        <p:spPr>
          <a:xfrm>
            <a:off x="17945889" y="27794873"/>
            <a:ext cx="10871999" cy="1098753"/>
          </a:xfrm>
          <a:prstGeom prst="callout1">
            <a:avLst>
              <a:gd name="adj1" fmla="val 100083"/>
              <a:gd name="adj2" fmla="val 99920"/>
              <a:gd name="adj3" fmla="val 99878"/>
              <a:gd name="adj4" fmla="val 33"/>
            </a:avLst>
          </a:prstGeom>
          <a:ln w="28575">
            <a:solidFill>
              <a:schemeClr val="accent1"/>
            </a:solidFill>
          </a:ln>
        </p:spPr>
        <p:txBody>
          <a:bodyPr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27" name="Platshållare för text 21">
            <a:extLst>
              <a:ext uri="{FF2B5EF4-FFF2-40B4-BE49-F238E27FC236}">
                <a16:creationId xmlns:a16="http://schemas.microsoft.com/office/drawing/2014/main" id="{7FB415A9-13C1-F347-8BF1-E1EEF3BAA051}"/>
              </a:ext>
            </a:extLst>
          </p:cNvPr>
          <p:cNvSpPr>
            <a:spLocks noGrp="1"/>
          </p:cNvSpPr>
          <p:nvPr>
            <p:ph type="body" sz="quarter" idx="33" hasCustomPrompt="1"/>
          </p:nvPr>
        </p:nvSpPr>
        <p:spPr>
          <a:xfrm>
            <a:off x="17943538" y="38559600"/>
            <a:ext cx="10873207" cy="2772091"/>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Name, affiliation, faculty, institution, e-mail address, phone etc.</a:t>
            </a:r>
          </a:p>
        </p:txBody>
      </p:sp>
      <p:sp>
        <p:nvSpPr>
          <p:cNvPr id="28" name="Platshållare för text 4">
            <a:extLst>
              <a:ext uri="{FF2B5EF4-FFF2-40B4-BE49-F238E27FC236}">
                <a16:creationId xmlns:a16="http://schemas.microsoft.com/office/drawing/2014/main" id="{767E9D9A-854A-6C44-B933-2CF1B89D8F4C}"/>
              </a:ext>
            </a:extLst>
          </p:cNvPr>
          <p:cNvSpPr>
            <a:spLocks noGrp="1"/>
          </p:cNvSpPr>
          <p:nvPr>
            <p:ph type="body" sz="quarter" idx="34" hasCustomPrompt="1"/>
          </p:nvPr>
        </p:nvSpPr>
        <p:spPr>
          <a:xfrm>
            <a:off x="17945889" y="37317600"/>
            <a:ext cx="10873207" cy="846091"/>
          </a:xfrm>
          <a:prstGeom prst="callout1">
            <a:avLst>
              <a:gd name="adj1" fmla="val 99549"/>
              <a:gd name="adj2" fmla="val 99933"/>
              <a:gd name="adj3" fmla="val 99169"/>
              <a:gd name="adj4" fmla="val -39"/>
            </a:avLst>
          </a:prstGeom>
          <a:ln w="19050">
            <a:solidFill>
              <a:schemeClr val="tx2"/>
            </a:solidFill>
          </a:ln>
        </p:spPr>
        <p:txBody>
          <a:bodyPr lIns="0" tIns="0" rIns="0" bIns="54000">
            <a:spAutoFit/>
          </a:bodyPr>
          <a:lstStyle>
            <a:lvl1pPr marL="0" indent="0">
              <a:lnSpc>
                <a:spcPct val="95000"/>
              </a:lnSpc>
              <a:spcBef>
                <a:spcPts val="0"/>
              </a:spcBef>
              <a:buFontTx/>
              <a:buNone/>
              <a:defRPr sz="5400" b="0" i="0">
                <a:solidFill>
                  <a:schemeClr val="tx2"/>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Contact</a:t>
            </a:r>
          </a:p>
        </p:txBody>
      </p:sp>
      <p:sp>
        <p:nvSpPr>
          <p:cNvPr id="37" name="Platshållare för bild 9">
            <a:extLst>
              <a:ext uri="{FF2B5EF4-FFF2-40B4-BE49-F238E27FC236}">
                <a16:creationId xmlns:a16="http://schemas.microsoft.com/office/drawing/2014/main" id="{30F20F68-684F-F344-886F-48C9DED75849}"/>
              </a:ext>
            </a:extLst>
          </p:cNvPr>
          <p:cNvSpPr>
            <a:spLocks noGrp="1"/>
          </p:cNvSpPr>
          <p:nvPr>
            <p:ph type="pic" sz="quarter" idx="36" hasCustomPrompt="1"/>
          </p:nvPr>
        </p:nvSpPr>
        <p:spPr>
          <a:xfrm>
            <a:off x="17948304" y="17371815"/>
            <a:ext cx="10872000"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2" name="Platshållare för bild 9">
            <a:extLst>
              <a:ext uri="{FF2B5EF4-FFF2-40B4-BE49-F238E27FC236}">
                <a16:creationId xmlns:a16="http://schemas.microsoft.com/office/drawing/2014/main" id="{86D5C2AC-689A-BA48-88AD-47A63B16E39D}"/>
              </a:ext>
            </a:extLst>
          </p:cNvPr>
          <p:cNvSpPr>
            <a:spLocks noGrp="1"/>
          </p:cNvSpPr>
          <p:nvPr>
            <p:ph type="pic" sz="quarter" idx="38" hasCustomPrompt="1"/>
          </p:nvPr>
        </p:nvSpPr>
        <p:spPr>
          <a:xfrm>
            <a:off x="9306460" y="24262531"/>
            <a:ext cx="7560000"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5" name="Platshållare för bild 9">
            <a:extLst>
              <a:ext uri="{FF2B5EF4-FFF2-40B4-BE49-F238E27FC236}">
                <a16:creationId xmlns:a16="http://schemas.microsoft.com/office/drawing/2014/main" id="{9B67B89E-84EB-9847-BD7C-A71AA297D95D}"/>
              </a:ext>
            </a:extLst>
          </p:cNvPr>
          <p:cNvSpPr>
            <a:spLocks noGrp="1"/>
          </p:cNvSpPr>
          <p:nvPr>
            <p:ph type="pic" sz="quarter" idx="39" hasCustomPrompt="1"/>
          </p:nvPr>
        </p:nvSpPr>
        <p:spPr>
          <a:xfrm>
            <a:off x="1385889" y="24262531"/>
            <a:ext cx="7560000"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1" name="Platshållare för text 21">
            <a:extLst>
              <a:ext uri="{FF2B5EF4-FFF2-40B4-BE49-F238E27FC236}">
                <a16:creationId xmlns:a16="http://schemas.microsoft.com/office/drawing/2014/main" id="{C4E32119-A415-C444-92D8-9CFFC142A9CB}"/>
              </a:ext>
            </a:extLst>
          </p:cNvPr>
          <p:cNvSpPr>
            <a:spLocks noGrp="1"/>
          </p:cNvSpPr>
          <p:nvPr>
            <p:ph type="body" sz="quarter" idx="40" hasCustomPrompt="1"/>
          </p:nvPr>
        </p:nvSpPr>
        <p:spPr>
          <a:xfrm>
            <a:off x="17945889" y="15990063"/>
            <a:ext cx="10873207"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3" name="Platshållare för text 21">
            <a:extLst>
              <a:ext uri="{FF2B5EF4-FFF2-40B4-BE49-F238E27FC236}">
                <a16:creationId xmlns:a16="http://schemas.microsoft.com/office/drawing/2014/main" id="{20D4F942-3908-684C-BDE5-B5199AF35E63}"/>
              </a:ext>
            </a:extLst>
          </p:cNvPr>
          <p:cNvSpPr>
            <a:spLocks noGrp="1"/>
          </p:cNvSpPr>
          <p:nvPr>
            <p:ph type="body" sz="quarter" idx="41" hasCustomPrompt="1"/>
          </p:nvPr>
        </p:nvSpPr>
        <p:spPr>
          <a:xfrm>
            <a:off x="17945888" y="26039876"/>
            <a:ext cx="10873207"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4" name="Platshållare för text 21">
            <a:extLst>
              <a:ext uri="{FF2B5EF4-FFF2-40B4-BE49-F238E27FC236}">
                <a16:creationId xmlns:a16="http://schemas.microsoft.com/office/drawing/2014/main" id="{E4BE38B9-AFAA-0D4E-9B04-50C20C40A753}"/>
              </a:ext>
            </a:extLst>
          </p:cNvPr>
          <p:cNvSpPr>
            <a:spLocks noGrp="1"/>
          </p:cNvSpPr>
          <p:nvPr>
            <p:ph type="body" sz="quarter" idx="42" hasCustomPrompt="1"/>
          </p:nvPr>
        </p:nvSpPr>
        <p:spPr>
          <a:xfrm>
            <a:off x="1385890" y="31677089"/>
            <a:ext cx="7560000"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9" name="Platshållare för text 21">
            <a:extLst>
              <a:ext uri="{FF2B5EF4-FFF2-40B4-BE49-F238E27FC236}">
                <a16:creationId xmlns:a16="http://schemas.microsoft.com/office/drawing/2014/main" id="{07AFEBAF-E313-284D-A930-C8970911BAA2}"/>
              </a:ext>
            </a:extLst>
          </p:cNvPr>
          <p:cNvSpPr>
            <a:spLocks noGrp="1"/>
          </p:cNvSpPr>
          <p:nvPr>
            <p:ph type="body" sz="quarter" idx="43" hasCustomPrompt="1"/>
          </p:nvPr>
        </p:nvSpPr>
        <p:spPr>
          <a:xfrm>
            <a:off x="9306460" y="31677089"/>
            <a:ext cx="7560000"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36" name="Platshållare för text 4">
            <a:extLst>
              <a:ext uri="{FF2B5EF4-FFF2-40B4-BE49-F238E27FC236}">
                <a16:creationId xmlns:a16="http://schemas.microsoft.com/office/drawing/2014/main" id="{4752EB89-EC07-8F4A-9E17-AD0124A87153}"/>
              </a:ext>
            </a:extLst>
          </p:cNvPr>
          <p:cNvSpPr>
            <a:spLocks noGrp="1"/>
          </p:cNvSpPr>
          <p:nvPr>
            <p:ph type="body" sz="quarter" idx="44" hasCustomPrompt="1"/>
          </p:nvPr>
        </p:nvSpPr>
        <p:spPr>
          <a:xfrm>
            <a:off x="1385317" y="7306463"/>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Conclusion</a:t>
            </a:r>
          </a:p>
        </p:txBody>
      </p:sp>
      <p:sp>
        <p:nvSpPr>
          <p:cNvPr id="38" name="Platshållare för text 4">
            <a:extLst>
              <a:ext uri="{FF2B5EF4-FFF2-40B4-BE49-F238E27FC236}">
                <a16:creationId xmlns:a16="http://schemas.microsoft.com/office/drawing/2014/main" id="{D9EEA958-B7C5-EB41-B071-687DA7F4C848}"/>
              </a:ext>
            </a:extLst>
          </p:cNvPr>
          <p:cNvSpPr>
            <a:spLocks noGrp="1"/>
          </p:cNvSpPr>
          <p:nvPr>
            <p:ph type="body" sz="quarter" idx="45" hasCustomPrompt="1"/>
          </p:nvPr>
        </p:nvSpPr>
        <p:spPr>
          <a:xfrm>
            <a:off x="1385316" y="15180655"/>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39" name="Platshållare för text 4">
            <a:extLst>
              <a:ext uri="{FF2B5EF4-FFF2-40B4-BE49-F238E27FC236}">
                <a16:creationId xmlns:a16="http://schemas.microsoft.com/office/drawing/2014/main" id="{F9367FCA-6E65-BB4D-9391-8A428B0DAA15}"/>
              </a:ext>
            </a:extLst>
          </p:cNvPr>
          <p:cNvSpPr>
            <a:spLocks noGrp="1"/>
          </p:cNvSpPr>
          <p:nvPr>
            <p:ph type="body" sz="quarter" idx="46" hasCustomPrompt="1"/>
          </p:nvPr>
        </p:nvSpPr>
        <p:spPr>
          <a:xfrm>
            <a:off x="1385316" y="33391926"/>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Tree>
    <p:extLst>
      <p:ext uri="{BB962C8B-B14F-4D97-AF65-F5344CB8AC3E}">
        <p14:creationId xmlns:p14="http://schemas.microsoft.com/office/powerpoint/2010/main" val="2054113836"/>
      </p:ext>
    </p:extLst>
  </p:cSld>
  <p:clrMapOvr>
    <a:masterClrMapping/>
  </p:clrMapOvr>
  <p:extLst>
    <p:ext uri="{DCECCB84-F9BA-43D5-87BE-67443E8EF086}">
      <p15:sldGuideLst xmlns:p15="http://schemas.microsoft.com/office/powerpoint/2012/main">
        <p15:guide id="1" orient="horz" pos="345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eige symmetrical">
    <p:spTree>
      <p:nvGrpSpPr>
        <p:cNvPr id="1" name=""/>
        <p:cNvGrpSpPr/>
        <p:nvPr/>
      </p:nvGrpSpPr>
      <p:grpSpPr>
        <a:xfrm>
          <a:off x="0" y="0"/>
          <a:ext cx="0" cy="0"/>
          <a:chOff x="0" y="0"/>
          <a:chExt cx="0" cy="0"/>
        </a:xfrm>
      </p:grpSpPr>
      <p:sp>
        <p:nvSpPr>
          <p:cNvPr id="31" name="Rektangel 30">
            <a:extLst>
              <a:ext uri="{FF2B5EF4-FFF2-40B4-BE49-F238E27FC236}">
                <a16:creationId xmlns:a16="http://schemas.microsoft.com/office/drawing/2014/main" id="{3F57CE79-7885-6A43-A71F-323C7AE91C61}"/>
              </a:ext>
            </a:extLst>
          </p:cNvPr>
          <p:cNvSpPr/>
          <p:nvPr userDrawn="1"/>
        </p:nvSpPr>
        <p:spPr>
          <a:xfrm>
            <a:off x="539999" y="6498606"/>
            <a:ext cx="29196000" cy="3574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0" rIns="91423" bIns="45710" rtlCol="0" anchor="ctr"/>
          <a:lstStyle/>
          <a:p>
            <a:pPr algn="ctr"/>
            <a:endParaRPr lang="sv-SE" b="0" i="0" dirty="0">
              <a:latin typeface="Arial" panose="020B0604020202020204" pitchFamily="34" charset="0"/>
            </a:endParaRPr>
          </a:p>
        </p:txBody>
      </p:sp>
      <p:sp>
        <p:nvSpPr>
          <p:cNvPr id="6" name="Platshållare för text 5"/>
          <p:cNvSpPr>
            <a:spLocks noGrp="1"/>
          </p:cNvSpPr>
          <p:nvPr>
            <p:ph type="body" sz="quarter" idx="10" hasCustomPrompt="1"/>
          </p:nvPr>
        </p:nvSpPr>
        <p:spPr>
          <a:xfrm>
            <a:off x="6426000" y="684000"/>
            <a:ext cx="23114770" cy="3673075"/>
          </a:xfrm>
          <a:prstGeom prst="rect">
            <a:avLst/>
          </a:prstGeom>
        </p:spPr>
        <p:txBody>
          <a:bodyPr lIns="0" tIns="0" rIns="0" bIns="0" anchor="b" anchorCtr="0"/>
          <a:lstStyle>
            <a:lvl1pPr marL="0" marR="0" indent="0" algn="l" defTabSz="4174769" rtl="0" eaLnBrk="1" fontAlgn="auto" latinLnBrk="0" hangingPunct="1">
              <a:lnSpc>
                <a:spcPct val="100000"/>
              </a:lnSpc>
              <a:spcBef>
                <a:spcPts val="0"/>
              </a:spcBef>
              <a:spcAft>
                <a:spcPts val="0"/>
              </a:spcAft>
              <a:buClrTx/>
              <a:buSzTx/>
              <a:buFont typeface="Arial" pitchFamily="34" charset="0"/>
              <a:buNone/>
              <a:tabLst/>
              <a:defRPr sz="9900" b="0" i="0" u="none" baseline="0">
                <a:solidFill>
                  <a:schemeClr val="accent1"/>
                </a:solidFill>
                <a:latin typeface="Times New Roman" panose="02020603050405020304" pitchFamily="18" charset="0"/>
              </a:defRPr>
            </a:lvl1pPr>
          </a:lstStyle>
          <a:p>
            <a:pPr marL="0" marR="0" lvl="0" indent="0" algn="l" defTabSz="4174769" rtl="0" eaLnBrk="1" fontAlgn="auto" latinLnBrk="0" hangingPunct="1">
              <a:lnSpc>
                <a:spcPct val="100000"/>
              </a:lnSpc>
              <a:spcBef>
                <a:spcPts val="0"/>
              </a:spcBef>
              <a:spcAft>
                <a:spcPts val="0"/>
              </a:spcAft>
              <a:buClrTx/>
              <a:buSzTx/>
              <a:buFont typeface="Arial" pitchFamily="34" charset="0"/>
              <a:buNone/>
              <a:tabLst/>
              <a:defRPr/>
            </a:pPr>
            <a:r>
              <a:rPr lang="en-GB" noProof="0" dirty="0"/>
              <a:t>Headline Times New Roman </a:t>
            </a:r>
            <a:br>
              <a:rPr lang="en-GB" noProof="0" dirty="0"/>
            </a:br>
            <a:r>
              <a:rPr lang="en-GB" noProof="0" dirty="0"/>
              <a:t>or Adobe Garamond </a:t>
            </a:r>
            <a:r>
              <a:rPr lang="en-GB" noProof="0" dirty="0" err="1"/>
              <a:t>Semibold</a:t>
            </a:r>
            <a:endParaRPr lang="en-GB" noProof="0" dirty="0"/>
          </a:p>
        </p:txBody>
      </p:sp>
      <p:sp>
        <p:nvSpPr>
          <p:cNvPr id="14" name="Platshållare för bild 9"/>
          <p:cNvSpPr>
            <a:spLocks noGrp="1"/>
          </p:cNvSpPr>
          <p:nvPr>
            <p:ph type="pic" sz="quarter" idx="12" hasCustomPrompt="1"/>
          </p:nvPr>
        </p:nvSpPr>
        <p:spPr>
          <a:xfrm>
            <a:off x="15682659" y="7307963"/>
            <a:ext cx="13212577"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6" name="Platshållare för text 21"/>
          <p:cNvSpPr>
            <a:spLocks noGrp="1"/>
          </p:cNvSpPr>
          <p:nvPr>
            <p:ph type="body" sz="quarter" idx="17" hasCustomPrompt="1"/>
          </p:nvPr>
        </p:nvSpPr>
        <p:spPr>
          <a:xfrm>
            <a:off x="1385316" y="8946001"/>
            <a:ext cx="13212000" cy="5401478"/>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4400" b="0" i="0" baseline="0">
                <a:solidFill>
                  <a:schemeClr val="tx2"/>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Intro text Arial / Frutiger LT Std 55 Roman.</a:t>
            </a:r>
          </a:p>
        </p:txBody>
      </p:sp>
      <p:sp>
        <p:nvSpPr>
          <p:cNvPr id="3" name="Platshållare för text 2"/>
          <p:cNvSpPr>
            <a:spLocks noGrp="1"/>
          </p:cNvSpPr>
          <p:nvPr>
            <p:ph type="body" sz="quarter" idx="19" hasCustomPrompt="1"/>
          </p:nvPr>
        </p:nvSpPr>
        <p:spPr>
          <a:xfrm>
            <a:off x="6426000" y="5004000"/>
            <a:ext cx="23114768" cy="1223963"/>
          </a:xfrm>
          <a:prstGeom prst="rect">
            <a:avLst/>
          </a:prstGeom>
          <a:ln>
            <a:noFill/>
            <a:prstDash val="solid"/>
          </a:ln>
        </p:spPr>
        <p:txBody>
          <a:bodyPr lIns="0" tIns="0" rIns="0" bIns="0" anchor="t" anchorCtr="0"/>
          <a:lstStyle>
            <a:lvl1pPr marL="0" indent="0">
              <a:buNone/>
              <a:defRPr sz="3600" b="1" i="0" cap="all" spc="200" baseline="0">
                <a:solidFill>
                  <a:schemeClr val="accent1"/>
                </a:solidFill>
                <a:latin typeface="Arial" panose="020B0604020202020204" pitchFamily="34" charset="0"/>
                <a:cs typeface="Arial" panose="020B0604020202020204" pitchFamily="34" charset="0"/>
              </a:defRPr>
            </a:lvl1pPr>
          </a:lstStyle>
          <a:p>
            <a:pPr lvl="0"/>
            <a:r>
              <a:rPr lang="en-GB" sz="4000" noProof="0" dirty="0"/>
              <a:t>SUBTITLE – NAMES, AFFILIATIONS ETC – Arial Bold / Frutiger LT Std 65 Bold</a:t>
            </a:r>
          </a:p>
        </p:txBody>
      </p:sp>
      <p:cxnSp>
        <p:nvCxnSpPr>
          <p:cNvPr id="7" name="Rak 6"/>
          <p:cNvCxnSpPr/>
          <p:nvPr userDrawn="1"/>
        </p:nvCxnSpPr>
        <p:spPr>
          <a:xfrm>
            <a:off x="6426194" y="4608000"/>
            <a:ext cx="23114574" cy="0"/>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Platshållare för text 21">
            <a:extLst>
              <a:ext uri="{FF2B5EF4-FFF2-40B4-BE49-F238E27FC236}">
                <a16:creationId xmlns:a16="http://schemas.microsoft.com/office/drawing/2014/main" id="{BA5915EB-D66C-B848-86DA-5D7C88849F1E}"/>
              </a:ext>
            </a:extLst>
          </p:cNvPr>
          <p:cNvSpPr>
            <a:spLocks noGrp="1"/>
          </p:cNvSpPr>
          <p:nvPr>
            <p:ph type="body" sz="quarter" idx="21" hasCustomPrompt="1"/>
          </p:nvPr>
        </p:nvSpPr>
        <p:spPr>
          <a:xfrm>
            <a:off x="1385316" y="16819200"/>
            <a:ext cx="13212000" cy="7131600"/>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2" name="Platshållare för text 21">
            <a:extLst>
              <a:ext uri="{FF2B5EF4-FFF2-40B4-BE49-F238E27FC236}">
                <a16:creationId xmlns:a16="http://schemas.microsoft.com/office/drawing/2014/main" id="{42240B1D-39B5-5148-9229-74ADE831E9C6}"/>
              </a:ext>
            </a:extLst>
          </p:cNvPr>
          <p:cNvSpPr>
            <a:spLocks noGrp="1"/>
          </p:cNvSpPr>
          <p:nvPr>
            <p:ph type="body" sz="quarter" idx="23" hasCustomPrompt="1"/>
          </p:nvPr>
        </p:nvSpPr>
        <p:spPr>
          <a:xfrm>
            <a:off x="1385316" y="35031600"/>
            <a:ext cx="13211425" cy="6300091"/>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4" name="Platshållare för text 21">
            <a:extLst>
              <a:ext uri="{FF2B5EF4-FFF2-40B4-BE49-F238E27FC236}">
                <a16:creationId xmlns:a16="http://schemas.microsoft.com/office/drawing/2014/main" id="{BDF833D3-200F-164E-B9DF-3F95ACC8CFF4}"/>
              </a:ext>
            </a:extLst>
          </p:cNvPr>
          <p:cNvSpPr>
            <a:spLocks noGrp="1"/>
          </p:cNvSpPr>
          <p:nvPr>
            <p:ph type="body" sz="quarter" idx="25" hasCustomPrompt="1"/>
          </p:nvPr>
        </p:nvSpPr>
        <p:spPr>
          <a:xfrm>
            <a:off x="15682661" y="29433600"/>
            <a:ext cx="13212575" cy="716558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5" name="Platshållare för text 4">
            <a:extLst>
              <a:ext uri="{FF2B5EF4-FFF2-40B4-BE49-F238E27FC236}">
                <a16:creationId xmlns:a16="http://schemas.microsoft.com/office/drawing/2014/main" id="{A1E4D9B8-06D3-6347-B8EB-4C602E65D402}"/>
              </a:ext>
            </a:extLst>
          </p:cNvPr>
          <p:cNvSpPr>
            <a:spLocks noGrp="1"/>
          </p:cNvSpPr>
          <p:nvPr>
            <p:ph type="body" sz="quarter" idx="26" hasCustomPrompt="1"/>
          </p:nvPr>
        </p:nvSpPr>
        <p:spPr>
          <a:xfrm>
            <a:off x="15682661" y="27794873"/>
            <a:ext cx="13212575"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27" name="Platshållare för text 21">
            <a:extLst>
              <a:ext uri="{FF2B5EF4-FFF2-40B4-BE49-F238E27FC236}">
                <a16:creationId xmlns:a16="http://schemas.microsoft.com/office/drawing/2014/main" id="{7FB415A9-13C1-F347-8BF1-E1EEF3BAA051}"/>
              </a:ext>
            </a:extLst>
          </p:cNvPr>
          <p:cNvSpPr>
            <a:spLocks noGrp="1"/>
          </p:cNvSpPr>
          <p:nvPr>
            <p:ph type="body" sz="quarter" idx="33" hasCustomPrompt="1"/>
          </p:nvPr>
        </p:nvSpPr>
        <p:spPr>
          <a:xfrm>
            <a:off x="15683236" y="38559600"/>
            <a:ext cx="13212000" cy="2772091"/>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Name, affiliation, faculty, institution, e-mail address, phone etc.</a:t>
            </a:r>
          </a:p>
        </p:txBody>
      </p:sp>
      <p:sp>
        <p:nvSpPr>
          <p:cNvPr id="28" name="Platshållare för text 4">
            <a:extLst>
              <a:ext uri="{FF2B5EF4-FFF2-40B4-BE49-F238E27FC236}">
                <a16:creationId xmlns:a16="http://schemas.microsoft.com/office/drawing/2014/main" id="{767E9D9A-854A-6C44-B933-2CF1B89D8F4C}"/>
              </a:ext>
            </a:extLst>
          </p:cNvPr>
          <p:cNvSpPr>
            <a:spLocks noGrp="1"/>
          </p:cNvSpPr>
          <p:nvPr>
            <p:ph type="body" sz="quarter" idx="34" hasCustomPrompt="1"/>
          </p:nvPr>
        </p:nvSpPr>
        <p:spPr>
          <a:xfrm>
            <a:off x="15683235" y="37317600"/>
            <a:ext cx="13212001" cy="846091"/>
          </a:xfrm>
          <a:prstGeom prst="callout1">
            <a:avLst>
              <a:gd name="adj1" fmla="val 99549"/>
              <a:gd name="adj2" fmla="val 99933"/>
              <a:gd name="adj3" fmla="val 99169"/>
              <a:gd name="adj4" fmla="val -39"/>
            </a:avLst>
          </a:prstGeom>
          <a:ln w="19050">
            <a:solidFill>
              <a:schemeClr val="tx2"/>
            </a:solidFill>
          </a:ln>
        </p:spPr>
        <p:txBody>
          <a:bodyPr wrap="square" lIns="0" tIns="0" rIns="0" bIns="54000">
            <a:spAutoFit/>
          </a:bodyPr>
          <a:lstStyle>
            <a:lvl1pPr marL="0" indent="0">
              <a:lnSpc>
                <a:spcPct val="95000"/>
              </a:lnSpc>
              <a:spcBef>
                <a:spcPts val="0"/>
              </a:spcBef>
              <a:buFontTx/>
              <a:buNone/>
              <a:defRPr sz="5400" b="0" i="0">
                <a:solidFill>
                  <a:schemeClr val="tx2"/>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Contact</a:t>
            </a:r>
          </a:p>
        </p:txBody>
      </p:sp>
      <p:sp>
        <p:nvSpPr>
          <p:cNvPr id="37" name="Platshållare för bild 9">
            <a:extLst>
              <a:ext uri="{FF2B5EF4-FFF2-40B4-BE49-F238E27FC236}">
                <a16:creationId xmlns:a16="http://schemas.microsoft.com/office/drawing/2014/main" id="{30F20F68-684F-F344-886F-48C9DED75849}"/>
              </a:ext>
            </a:extLst>
          </p:cNvPr>
          <p:cNvSpPr>
            <a:spLocks noGrp="1"/>
          </p:cNvSpPr>
          <p:nvPr>
            <p:ph type="pic" sz="quarter" idx="36" hasCustomPrompt="1"/>
          </p:nvPr>
        </p:nvSpPr>
        <p:spPr>
          <a:xfrm>
            <a:off x="15682660" y="17371815"/>
            <a:ext cx="13212576"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5" name="Platshållare för bild 9">
            <a:extLst>
              <a:ext uri="{FF2B5EF4-FFF2-40B4-BE49-F238E27FC236}">
                <a16:creationId xmlns:a16="http://schemas.microsoft.com/office/drawing/2014/main" id="{9B67B89E-84EB-9847-BD7C-A71AA297D95D}"/>
              </a:ext>
            </a:extLst>
          </p:cNvPr>
          <p:cNvSpPr>
            <a:spLocks noGrp="1"/>
          </p:cNvSpPr>
          <p:nvPr>
            <p:ph type="pic" sz="quarter" idx="39" hasCustomPrompt="1"/>
          </p:nvPr>
        </p:nvSpPr>
        <p:spPr>
          <a:xfrm>
            <a:off x="1385888" y="24262531"/>
            <a:ext cx="13211427"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1" name="Platshållare för text 21">
            <a:extLst>
              <a:ext uri="{FF2B5EF4-FFF2-40B4-BE49-F238E27FC236}">
                <a16:creationId xmlns:a16="http://schemas.microsoft.com/office/drawing/2014/main" id="{C4E32119-A415-C444-92D8-9CFFC142A9CB}"/>
              </a:ext>
            </a:extLst>
          </p:cNvPr>
          <p:cNvSpPr>
            <a:spLocks noGrp="1"/>
          </p:cNvSpPr>
          <p:nvPr>
            <p:ph type="body" sz="quarter" idx="40" hasCustomPrompt="1"/>
          </p:nvPr>
        </p:nvSpPr>
        <p:spPr>
          <a:xfrm>
            <a:off x="15682661" y="15990063"/>
            <a:ext cx="13212576"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3" name="Platshållare för text 21">
            <a:extLst>
              <a:ext uri="{FF2B5EF4-FFF2-40B4-BE49-F238E27FC236}">
                <a16:creationId xmlns:a16="http://schemas.microsoft.com/office/drawing/2014/main" id="{20D4F942-3908-684C-BDE5-B5199AF35E63}"/>
              </a:ext>
            </a:extLst>
          </p:cNvPr>
          <p:cNvSpPr>
            <a:spLocks noGrp="1"/>
          </p:cNvSpPr>
          <p:nvPr>
            <p:ph type="body" sz="quarter" idx="41" hasCustomPrompt="1"/>
          </p:nvPr>
        </p:nvSpPr>
        <p:spPr>
          <a:xfrm>
            <a:off x="15682661" y="26039876"/>
            <a:ext cx="13212575"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4" name="Platshållare för text 21">
            <a:extLst>
              <a:ext uri="{FF2B5EF4-FFF2-40B4-BE49-F238E27FC236}">
                <a16:creationId xmlns:a16="http://schemas.microsoft.com/office/drawing/2014/main" id="{E4BE38B9-AFAA-0D4E-9B04-50C20C40A753}"/>
              </a:ext>
            </a:extLst>
          </p:cNvPr>
          <p:cNvSpPr>
            <a:spLocks noGrp="1"/>
          </p:cNvSpPr>
          <p:nvPr>
            <p:ph type="body" sz="quarter" idx="42" hasCustomPrompt="1"/>
          </p:nvPr>
        </p:nvSpPr>
        <p:spPr>
          <a:xfrm>
            <a:off x="1385889" y="31677089"/>
            <a:ext cx="13211425"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36" name="Platshållare för text 4">
            <a:extLst>
              <a:ext uri="{FF2B5EF4-FFF2-40B4-BE49-F238E27FC236}">
                <a16:creationId xmlns:a16="http://schemas.microsoft.com/office/drawing/2014/main" id="{4752EB89-EC07-8F4A-9E17-AD0124A87153}"/>
              </a:ext>
            </a:extLst>
          </p:cNvPr>
          <p:cNvSpPr>
            <a:spLocks noGrp="1"/>
          </p:cNvSpPr>
          <p:nvPr>
            <p:ph type="body" sz="quarter" idx="44" hasCustomPrompt="1"/>
          </p:nvPr>
        </p:nvSpPr>
        <p:spPr>
          <a:xfrm>
            <a:off x="1385317" y="7306463"/>
            <a:ext cx="13212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Conclusion</a:t>
            </a:r>
          </a:p>
        </p:txBody>
      </p:sp>
      <p:sp>
        <p:nvSpPr>
          <p:cNvPr id="38" name="Platshållare för text 4">
            <a:extLst>
              <a:ext uri="{FF2B5EF4-FFF2-40B4-BE49-F238E27FC236}">
                <a16:creationId xmlns:a16="http://schemas.microsoft.com/office/drawing/2014/main" id="{D9EEA958-B7C5-EB41-B071-687DA7F4C848}"/>
              </a:ext>
            </a:extLst>
          </p:cNvPr>
          <p:cNvSpPr>
            <a:spLocks noGrp="1"/>
          </p:cNvSpPr>
          <p:nvPr>
            <p:ph type="body" sz="quarter" idx="45" hasCustomPrompt="1"/>
          </p:nvPr>
        </p:nvSpPr>
        <p:spPr>
          <a:xfrm>
            <a:off x="1385316" y="15180655"/>
            <a:ext cx="13212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39" name="Platshållare för text 4">
            <a:extLst>
              <a:ext uri="{FF2B5EF4-FFF2-40B4-BE49-F238E27FC236}">
                <a16:creationId xmlns:a16="http://schemas.microsoft.com/office/drawing/2014/main" id="{F9367FCA-6E65-BB4D-9391-8A428B0DAA15}"/>
              </a:ext>
            </a:extLst>
          </p:cNvPr>
          <p:cNvSpPr>
            <a:spLocks noGrp="1"/>
          </p:cNvSpPr>
          <p:nvPr>
            <p:ph type="body" sz="quarter" idx="46" hasCustomPrompt="1"/>
          </p:nvPr>
        </p:nvSpPr>
        <p:spPr>
          <a:xfrm>
            <a:off x="1385316" y="33391926"/>
            <a:ext cx="13211425"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Tree>
    <p:extLst>
      <p:ext uri="{BB962C8B-B14F-4D97-AF65-F5344CB8AC3E}">
        <p14:creationId xmlns:p14="http://schemas.microsoft.com/office/powerpoint/2010/main" val="495528727"/>
      </p:ext>
    </p:extLst>
  </p:cSld>
  <p:clrMapOvr>
    <a:masterClrMapping/>
  </p:clrMapOvr>
  <p:extLst>
    <p:ext uri="{DCECCB84-F9BA-43D5-87BE-67443E8EF086}">
      <p15:sldGuideLst xmlns:p15="http://schemas.microsoft.com/office/powerpoint/2012/main">
        <p15:guide id="1" orient="horz" pos="34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nk asymmetrical">
    <p:spTree>
      <p:nvGrpSpPr>
        <p:cNvPr id="1" name=""/>
        <p:cNvGrpSpPr/>
        <p:nvPr/>
      </p:nvGrpSpPr>
      <p:grpSpPr>
        <a:xfrm>
          <a:off x="0" y="0"/>
          <a:ext cx="0" cy="0"/>
          <a:chOff x="0" y="0"/>
          <a:chExt cx="0" cy="0"/>
        </a:xfrm>
      </p:grpSpPr>
      <p:sp>
        <p:nvSpPr>
          <p:cNvPr id="31" name="Rektangel 30">
            <a:extLst>
              <a:ext uri="{FF2B5EF4-FFF2-40B4-BE49-F238E27FC236}">
                <a16:creationId xmlns:a16="http://schemas.microsoft.com/office/drawing/2014/main" id="{3F57CE79-7885-6A43-A71F-323C7AE91C61}"/>
              </a:ext>
            </a:extLst>
          </p:cNvPr>
          <p:cNvSpPr/>
          <p:nvPr userDrawn="1"/>
        </p:nvSpPr>
        <p:spPr>
          <a:xfrm>
            <a:off x="539999" y="6498606"/>
            <a:ext cx="29196000" cy="357480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0" rIns="91423" bIns="45710" rtlCol="0" anchor="ctr"/>
          <a:lstStyle/>
          <a:p>
            <a:pPr algn="ctr"/>
            <a:endParaRPr lang="sv-SE" b="0" i="0" dirty="0">
              <a:latin typeface="Arial" panose="020B0604020202020204" pitchFamily="34" charset="0"/>
            </a:endParaRPr>
          </a:p>
        </p:txBody>
      </p:sp>
      <p:sp>
        <p:nvSpPr>
          <p:cNvPr id="6" name="Platshållare för text 5"/>
          <p:cNvSpPr>
            <a:spLocks noGrp="1"/>
          </p:cNvSpPr>
          <p:nvPr>
            <p:ph type="body" sz="quarter" idx="10" hasCustomPrompt="1"/>
          </p:nvPr>
        </p:nvSpPr>
        <p:spPr>
          <a:xfrm>
            <a:off x="6426000" y="684000"/>
            <a:ext cx="23114770" cy="3673075"/>
          </a:xfrm>
          <a:prstGeom prst="rect">
            <a:avLst/>
          </a:prstGeom>
        </p:spPr>
        <p:txBody>
          <a:bodyPr lIns="0" tIns="0" rIns="0" bIns="0" anchor="b" anchorCtr="0"/>
          <a:lstStyle>
            <a:lvl1pPr marL="0" marR="0" indent="0" algn="l" defTabSz="4174769" rtl="0" eaLnBrk="1" fontAlgn="auto" latinLnBrk="0" hangingPunct="1">
              <a:lnSpc>
                <a:spcPct val="100000"/>
              </a:lnSpc>
              <a:spcBef>
                <a:spcPts val="0"/>
              </a:spcBef>
              <a:spcAft>
                <a:spcPts val="0"/>
              </a:spcAft>
              <a:buClrTx/>
              <a:buSzTx/>
              <a:buFont typeface="Arial" pitchFamily="34" charset="0"/>
              <a:buNone/>
              <a:tabLst/>
              <a:defRPr sz="9900" b="0" i="0" u="none" baseline="0">
                <a:solidFill>
                  <a:schemeClr val="accent1"/>
                </a:solidFill>
                <a:latin typeface="Times New Roman" panose="02020603050405020304" pitchFamily="18" charset="0"/>
              </a:defRPr>
            </a:lvl1pPr>
          </a:lstStyle>
          <a:p>
            <a:pPr marL="0" marR="0" lvl="0" indent="0" algn="l" defTabSz="4174769" rtl="0" eaLnBrk="1" fontAlgn="auto" latinLnBrk="0" hangingPunct="1">
              <a:lnSpc>
                <a:spcPct val="100000"/>
              </a:lnSpc>
              <a:spcBef>
                <a:spcPts val="0"/>
              </a:spcBef>
              <a:spcAft>
                <a:spcPts val="0"/>
              </a:spcAft>
              <a:buClrTx/>
              <a:buSzTx/>
              <a:buFont typeface="Arial" pitchFamily="34" charset="0"/>
              <a:buNone/>
              <a:tabLst/>
              <a:defRPr/>
            </a:pPr>
            <a:r>
              <a:rPr lang="en-GB" noProof="0" dirty="0"/>
              <a:t>Headline Times New Roman </a:t>
            </a:r>
            <a:br>
              <a:rPr lang="en-GB" noProof="0" dirty="0"/>
            </a:br>
            <a:r>
              <a:rPr lang="en-GB" noProof="0" dirty="0"/>
              <a:t>or Adobe Garamond </a:t>
            </a:r>
            <a:r>
              <a:rPr lang="en-GB" noProof="0" dirty="0" err="1"/>
              <a:t>Semibold</a:t>
            </a:r>
            <a:endParaRPr lang="en-GB" noProof="0" dirty="0"/>
          </a:p>
        </p:txBody>
      </p:sp>
      <p:sp>
        <p:nvSpPr>
          <p:cNvPr id="14" name="Platshållare för bild 9"/>
          <p:cNvSpPr>
            <a:spLocks noGrp="1"/>
          </p:cNvSpPr>
          <p:nvPr>
            <p:ph type="pic" sz="quarter" idx="12" hasCustomPrompt="1"/>
          </p:nvPr>
        </p:nvSpPr>
        <p:spPr>
          <a:xfrm>
            <a:off x="17948305" y="7307963"/>
            <a:ext cx="10872000"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6" name="Platshållare för text 21"/>
          <p:cNvSpPr>
            <a:spLocks noGrp="1"/>
          </p:cNvSpPr>
          <p:nvPr>
            <p:ph type="body" sz="quarter" idx="17" hasCustomPrompt="1"/>
          </p:nvPr>
        </p:nvSpPr>
        <p:spPr>
          <a:xfrm>
            <a:off x="1385316" y="8946001"/>
            <a:ext cx="15480000" cy="5401478"/>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4400" b="0" i="0" baseline="0">
                <a:solidFill>
                  <a:schemeClr val="tx2"/>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Intro text Arial / Frutiger LT Std 55 Roman.</a:t>
            </a:r>
          </a:p>
        </p:txBody>
      </p:sp>
      <p:sp>
        <p:nvSpPr>
          <p:cNvPr id="3" name="Platshållare för text 2"/>
          <p:cNvSpPr>
            <a:spLocks noGrp="1"/>
          </p:cNvSpPr>
          <p:nvPr>
            <p:ph type="body" sz="quarter" idx="19" hasCustomPrompt="1"/>
          </p:nvPr>
        </p:nvSpPr>
        <p:spPr>
          <a:xfrm>
            <a:off x="6426000" y="5004000"/>
            <a:ext cx="23114768" cy="1223963"/>
          </a:xfrm>
          <a:prstGeom prst="rect">
            <a:avLst/>
          </a:prstGeom>
          <a:ln>
            <a:noFill/>
            <a:prstDash val="solid"/>
          </a:ln>
        </p:spPr>
        <p:txBody>
          <a:bodyPr lIns="0" tIns="0" rIns="0" bIns="0" anchor="t" anchorCtr="0"/>
          <a:lstStyle>
            <a:lvl1pPr marL="0" indent="0">
              <a:buNone/>
              <a:defRPr sz="3600" b="1" i="0" cap="all" spc="200" baseline="0">
                <a:solidFill>
                  <a:schemeClr val="accent1"/>
                </a:solidFill>
                <a:latin typeface="Arial" panose="020B0604020202020204" pitchFamily="34" charset="0"/>
                <a:cs typeface="Arial" panose="020B0604020202020204" pitchFamily="34" charset="0"/>
              </a:defRPr>
            </a:lvl1pPr>
          </a:lstStyle>
          <a:p>
            <a:pPr lvl="0"/>
            <a:r>
              <a:rPr lang="en-GB" sz="4000" noProof="0" dirty="0"/>
              <a:t>SUBTITLE – NAMES, AFFILIATIONS ETC – Arial Bold / Frutiger LT Std 65 Bold</a:t>
            </a:r>
            <a:endParaRPr lang="en-GB" noProof="0" dirty="0"/>
          </a:p>
        </p:txBody>
      </p:sp>
      <p:cxnSp>
        <p:nvCxnSpPr>
          <p:cNvPr id="7" name="Rak 6"/>
          <p:cNvCxnSpPr/>
          <p:nvPr userDrawn="1"/>
        </p:nvCxnSpPr>
        <p:spPr>
          <a:xfrm>
            <a:off x="6426194" y="4608000"/>
            <a:ext cx="23114574" cy="0"/>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Platshållare för text 21">
            <a:extLst>
              <a:ext uri="{FF2B5EF4-FFF2-40B4-BE49-F238E27FC236}">
                <a16:creationId xmlns:a16="http://schemas.microsoft.com/office/drawing/2014/main" id="{BA5915EB-D66C-B848-86DA-5D7C88849F1E}"/>
              </a:ext>
            </a:extLst>
          </p:cNvPr>
          <p:cNvSpPr>
            <a:spLocks noGrp="1"/>
          </p:cNvSpPr>
          <p:nvPr>
            <p:ph type="body" sz="quarter" idx="21" hasCustomPrompt="1"/>
          </p:nvPr>
        </p:nvSpPr>
        <p:spPr>
          <a:xfrm>
            <a:off x="1385316" y="16819200"/>
            <a:ext cx="15480000" cy="7131600"/>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2" name="Platshållare för text 21">
            <a:extLst>
              <a:ext uri="{FF2B5EF4-FFF2-40B4-BE49-F238E27FC236}">
                <a16:creationId xmlns:a16="http://schemas.microsoft.com/office/drawing/2014/main" id="{42240B1D-39B5-5148-9229-74ADE831E9C6}"/>
              </a:ext>
            </a:extLst>
          </p:cNvPr>
          <p:cNvSpPr>
            <a:spLocks noGrp="1"/>
          </p:cNvSpPr>
          <p:nvPr>
            <p:ph type="body" sz="quarter" idx="23" hasCustomPrompt="1"/>
          </p:nvPr>
        </p:nvSpPr>
        <p:spPr>
          <a:xfrm>
            <a:off x="1385316" y="35031600"/>
            <a:ext cx="15480000" cy="6300091"/>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4" name="Platshållare för text 21">
            <a:extLst>
              <a:ext uri="{FF2B5EF4-FFF2-40B4-BE49-F238E27FC236}">
                <a16:creationId xmlns:a16="http://schemas.microsoft.com/office/drawing/2014/main" id="{BDF833D3-200F-164E-B9DF-3F95ACC8CFF4}"/>
              </a:ext>
            </a:extLst>
          </p:cNvPr>
          <p:cNvSpPr>
            <a:spLocks noGrp="1"/>
          </p:cNvSpPr>
          <p:nvPr>
            <p:ph type="body" sz="quarter" idx="25" hasCustomPrompt="1"/>
          </p:nvPr>
        </p:nvSpPr>
        <p:spPr>
          <a:xfrm>
            <a:off x="17944745" y="29433600"/>
            <a:ext cx="10872000" cy="716558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5" name="Platshållare för text 4">
            <a:extLst>
              <a:ext uri="{FF2B5EF4-FFF2-40B4-BE49-F238E27FC236}">
                <a16:creationId xmlns:a16="http://schemas.microsoft.com/office/drawing/2014/main" id="{A1E4D9B8-06D3-6347-B8EB-4C602E65D402}"/>
              </a:ext>
            </a:extLst>
          </p:cNvPr>
          <p:cNvSpPr>
            <a:spLocks noGrp="1"/>
          </p:cNvSpPr>
          <p:nvPr>
            <p:ph type="body" sz="quarter" idx="26" hasCustomPrompt="1"/>
          </p:nvPr>
        </p:nvSpPr>
        <p:spPr>
          <a:xfrm>
            <a:off x="17945889" y="27794873"/>
            <a:ext cx="10871999" cy="1098753"/>
          </a:xfrm>
          <a:prstGeom prst="callout1">
            <a:avLst>
              <a:gd name="adj1" fmla="val 100083"/>
              <a:gd name="adj2" fmla="val 99920"/>
              <a:gd name="adj3" fmla="val 99878"/>
              <a:gd name="adj4" fmla="val 33"/>
            </a:avLst>
          </a:prstGeom>
          <a:ln w="28575">
            <a:solidFill>
              <a:schemeClr val="accent1"/>
            </a:solidFill>
          </a:ln>
        </p:spPr>
        <p:txBody>
          <a:bodyPr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27" name="Platshållare för text 21">
            <a:extLst>
              <a:ext uri="{FF2B5EF4-FFF2-40B4-BE49-F238E27FC236}">
                <a16:creationId xmlns:a16="http://schemas.microsoft.com/office/drawing/2014/main" id="{7FB415A9-13C1-F347-8BF1-E1EEF3BAA051}"/>
              </a:ext>
            </a:extLst>
          </p:cNvPr>
          <p:cNvSpPr>
            <a:spLocks noGrp="1"/>
          </p:cNvSpPr>
          <p:nvPr>
            <p:ph type="body" sz="quarter" idx="33" hasCustomPrompt="1"/>
          </p:nvPr>
        </p:nvSpPr>
        <p:spPr>
          <a:xfrm>
            <a:off x="17943538" y="38559600"/>
            <a:ext cx="10873207" cy="2772091"/>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Name, affiliation, faculty, institution, e-mail address, phone etc.</a:t>
            </a:r>
          </a:p>
        </p:txBody>
      </p:sp>
      <p:sp>
        <p:nvSpPr>
          <p:cNvPr id="28" name="Platshållare för text 4">
            <a:extLst>
              <a:ext uri="{FF2B5EF4-FFF2-40B4-BE49-F238E27FC236}">
                <a16:creationId xmlns:a16="http://schemas.microsoft.com/office/drawing/2014/main" id="{767E9D9A-854A-6C44-B933-2CF1B89D8F4C}"/>
              </a:ext>
            </a:extLst>
          </p:cNvPr>
          <p:cNvSpPr>
            <a:spLocks noGrp="1"/>
          </p:cNvSpPr>
          <p:nvPr>
            <p:ph type="body" sz="quarter" idx="34" hasCustomPrompt="1"/>
          </p:nvPr>
        </p:nvSpPr>
        <p:spPr>
          <a:xfrm>
            <a:off x="17945889" y="37317600"/>
            <a:ext cx="10873207" cy="846091"/>
          </a:xfrm>
          <a:prstGeom prst="callout1">
            <a:avLst>
              <a:gd name="adj1" fmla="val 99549"/>
              <a:gd name="adj2" fmla="val 99933"/>
              <a:gd name="adj3" fmla="val 99169"/>
              <a:gd name="adj4" fmla="val -39"/>
            </a:avLst>
          </a:prstGeom>
          <a:ln w="19050">
            <a:solidFill>
              <a:schemeClr val="tx2"/>
            </a:solidFill>
          </a:ln>
        </p:spPr>
        <p:txBody>
          <a:bodyPr lIns="0" tIns="0" rIns="0" bIns="54000">
            <a:spAutoFit/>
          </a:bodyPr>
          <a:lstStyle>
            <a:lvl1pPr marL="0" indent="0">
              <a:lnSpc>
                <a:spcPct val="95000"/>
              </a:lnSpc>
              <a:spcBef>
                <a:spcPts val="0"/>
              </a:spcBef>
              <a:buFontTx/>
              <a:buNone/>
              <a:defRPr sz="5400" b="0" i="0">
                <a:solidFill>
                  <a:schemeClr val="tx2"/>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Contact</a:t>
            </a:r>
          </a:p>
        </p:txBody>
      </p:sp>
      <p:sp>
        <p:nvSpPr>
          <p:cNvPr id="37" name="Platshållare för bild 9">
            <a:extLst>
              <a:ext uri="{FF2B5EF4-FFF2-40B4-BE49-F238E27FC236}">
                <a16:creationId xmlns:a16="http://schemas.microsoft.com/office/drawing/2014/main" id="{30F20F68-684F-F344-886F-48C9DED75849}"/>
              </a:ext>
            </a:extLst>
          </p:cNvPr>
          <p:cNvSpPr>
            <a:spLocks noGrp="1"/>
          </p:cNvSpPr>
          <p:nvPr>
            <p:ph type="pic" sz="quarter" idx="36" hasCustomPrompt="1"/>
          </p:nvPr>
        </p:nvSpPr>
        <p:spPr>
          <a:xfrm>
            <a:off x="17948304" y="17371815"/>
            <a:ext cx="10872000"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2" name="Platshållare för bild 9">
            <a:extLst>
              <a:ext uri="{FF2B5EF4-FFF2-40B4-BE49-F238E27FC236}">
                <a16:creationId xmlns:a16="http://schemas.microsoft.com/office/drawing/2014/main" id="{86D5C2AC-689A-BA48-88AD-47A63B16E39D}"/>
              </a:ext>
            </a:extLst>
          </p:cNvPr>
          <p:cNvSpPr>
            <a:spLocks noGrp="1"/>
          </p:cNvSpPr>
          <p:nvPr>
            <p:ph type="pic" sz="quarter" idx="38" hasCustomPrompt="1"/>
          </p:nvPr>
        </p:nvSpPr>
        <p:spPr>
          <a:xfrm>
            <a:off x="9306460" y="24262531"/>
            <a:ext cx="7560000"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5" name="Platshållare för bild 9">
            <a:extLst>
              <a:ext uri="{FF2B5EF4-FFF2-40B4-BE49-F238E27FC236}">
                <a16:creationId xmlns:a16="http://schemas.microsoft.com/office/drawing/2014/main" id="{9B67B89E-84EB-9847-BD7C-A71AA297D95D}"/>
              </a:ext>
            </a:extLst>
          </p:cNvPr>
          <p:cNvSpPr>
            <a:spLocks noGrp="1"/>
          </p:cNvSpPr>
          <p:nvPr>
            <p:ph type="pic" sz="quarter" idx="39" hasCustomPrompt="1"/>
          </p:nvPr>
        </p:nvSpPr>
        <p:spPr>
          <a:xfrm>
            <a:off x="1385889" y="24262531"/>
            <a:ext cx="7560000"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1" name="Platshållare för text 21">
            <a:extLst>
              <a:ext uri="{FF2B5EF4-FFF2-40B4-BE49-F238E27FC236}">
                <a16:creationId xmlns:a16="http://schemas.microsoft.com/office/drawing/2014/main" id="{C4E32119-A415-C444-92D8-9CFFC142A9CB}"/>
              </a:ext>
            </a:extLst>
          </p:cNvPr>
          <p:cNvSpPr>
            <a:spLocks noGrp="1"/>
          </p:cNvSpPr>
          <p:nvPr>
            <p:ph type="body" sz="quarter" idx="40" hasCustomPrompt="1"/>
          </p:nvPr>
        </p:nvSpPr>
        <p:spPr>
          <a:xfrm>
            <a:off x="17945889" y="15990063"/>
            <a:ext cx="10873207"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3" name="Platshållare för text 21">
            <a:extLst>
              <a:ext uri="{FF2B5EF4-FFF2-40B4-BE49-F238E27FC236}">
                <a16:creationId xmlns:a16="http://schemas.microsoft.com/office/drawing/2014/main" id="{20D4F942-3908-684C-BDE5-B5199AF35E63}"/>
              </a:ext>
            </a:extLst>
          </p:cNvPr>
          <p:cNvSpPr>
            <a:spLocks noGrp="1"/>
          </p:cNvSpPr>
          <p:nvPr>
            <p:ph type="body" sz="quarter" idx="41" hasCustomPrompt="1"/>
          </p:nvPr>
        </p:nvSpPr>
        <p:spPr>
          <a:xfrm>
            <a:off x="17945888" y="26039876"/>
            <a:ext cx="10873207"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4" name="Platshållare för text 21">
            <a:extLst>
              <a:ext uri="{FF2B5EF4-FFF2-40B4-BE49-F238E27FC236}">
                <a16:creationId xmlns:a16="http://schemas.microsoft.com/office/drawing/2014/main" id="{E4BE38B9-AFAA-0D4E-9B04-50C20C40A753}"/>
              </a:ext>
            </a:extLst>
          </p:cNvPr>
          <p:cNvSpPr>
            <a:spLocks noGrp="1"/>
          </p:cNvSpPr>
          <p:nvPr>
            <p:ph type="body" sz="quarter" idx="42" hasCustomPrompt="1"/>
          </p:nvPr>
        </p:nvSpPr>
        <p:spPr>
          <a:xfrm>
            <a:off x="1385890" y="31677089"/>
            <a:ext cx="7560000"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9" name="Platshållare för text 21">
            <a:extLst>
              <a:ext uri="{FF2B5EF4-FFF2-40B4-BE49-F238E27FC236}">
                <a16:creationId xmlns:a16="http://schemas.microsoft.com/office/drawing/2014/main" id="{07AFEBAF-E313-284D-A930-C8970911BAA2}"/>
              </a:ext>
            </a:extLst>
          </p:cNvPr>
          <p:cNvSpPr>
            <a:spLocks noGrp="1"/>
          </p:cNvSpPr>
          <p:nvPr>
            <p:ph type="body" sz="quarter" idx="43" hasCustomPrompt="1"/>
          </p:nvPr>
        </p:nvSpPr>
        <p:spPr>
          <a:xfrm>
            <a:off x="9306460" y="31677089"/>
            <a:ext cx="7560000"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36" name="Platshållare för text 4">
            <a:extLst>
              <a:ext uri="{FF2B5EF4-FFF2-40B4-BE49-F238E27FC236}">
                <a16:creationId xmlns:a16="http://schemas.microsoft.com/office/drawing/2014/main" id="{4752EB89-EC07-8F4A-9E17-AD0124A87153}"/>
              </a:ext>
            </a:extLst>
          </p:cNvPr>
          <p:cNvSpPr>
            <a:spLocks noGrp="1"/>
          </p:cNvSpPr>
          <p:nvPr>
            <p:ph type="body" sz="quarter" idx="44" hasCustomPrompt="1"/>
          </p:nvPr>
        </p:nvSpPr>
        <p:spPr>
          <a:xfrm>
            <a:off x="1385317" y="7306463"/>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Conclusion</a:t>
            </a:r>
          </a:p>
        </p:txBody>
      </p:sp>
      <p:sp>
        <p:nvSpPr>
          <p:cNvPr id="38" name="Platshållare för text 4">
            <a:extLst>
              <a:ext uri="{FF2B5EF4-FFF2-40B4-BE49-F238E27FC236}">
                <a16:creationId xmlns:a16="http://schemas.microsoft.com/office/drawing/2014/main" id="{D9EEA958-B7C5-EB41-B071-687DA7F4C848}"/>
              </a:ext>
            </a:extLst>
          </p:cNvPr>
          <p:cNvSpPr>
            <a:spLocks noGrp="1"/>
          </p:cNvSpPr>
          <p:nvPr>
            <p:ph type="body" sz="quarter" idx="45" hasCustomPrompt="1"/>
          </p:nvPr>
        </p:nvSpPr>
        <p:spPr>
          <a:xfrm>
            <a:off x="1385316" y="15180655"/>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39" name="Platshållare för text 4">
            <a:extLst>
              <a:ext uri="{FF2B5EF4-FFF2-40B4-BE49-F238E27FC236}">
                <a16:creationId xmlns:a16="http://schemas.microsoft.com/office/drawing/2014/main" id="{F9367FCA-6E65-BB4D-9391-8A428B0DAA15}"/>
              </a:ext>
            </a:extLst>
          </p:cNvPr>
          <p:cNvSpPr>
            <a:spLocks noGrp="1"/>
          </p:cNvSpPr>
          <p:nvPr>
            <p:ph type="body" sz="quarter" idx="46" hasCustomPrompt="1"/>
          </p:nvPr>
        </p:nvSpPr>
        <p:spPr>
          <a:xfrm>
            <a:off x="1385316" y="33391926"/>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Tree>
    <p:extLst>
      <p:ext uri="{BB962C8B-B14F-4D97-AF65-F5344CB8AC3E}">
        <p14:creationId xmlns:p14="http://schemas.microsoft.com/office/powerpoint/2010/main" val="2448219954"/>
      </p:ext>
    </p:extLst>
  </p:cSld>
  <p:clrMapOvr>
    <a:masterClrMapping/>
  </p:clrMapOvr>
  <p:extLst>
    <p:ext uri="{DCECCB84-F9BA-43D5-87BE-67443E8EF086}">
      <p15:sldGuideLst xmlns:p15="http://schemas.microsoft.com/office/powerpoint/2012/main">
        <p15:guide id="1" orient="horz" pos="34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nk symmetrical">
    <p:spTree>
      <p:nvGrpSpPr>
        <p:cNvPr id="1" name=""/>
        <p:cNvGrpSpPr/>
        <p:nvPr/>
      </p:nvGrpSpPr>
      <p:grpSpPr>
        <a:xfrm>
          <a:off x="0" y="0"/>
          <a:ext cx="0" cy="0"/>
          <a:chOff x="0" y="0"/>
          <a:chExt cx="0" cy="0"/>
        </a:xfrm>
      </p:grpSpPr>
      <p:sp>
        <p:nvSpPr>
          <p:cNvPr id="31" name="Rektangel 30">
            <a:extLst>
              <a:ext uri="{FF2B5EF4-FFF2-40B4-BE49-F238E27FC236}">
                <a16:creationId xmlns:a16="http://schemas.microsoft.com/office/drawing/2014/main" id="{3F57CE79-7885-6A43-A71F-323C7AE91C61}"/>
              </a:ext>
            </a:extLst>
          </p:cNvPr>
          <p:cNvSpPr/>
          <p:nvPr userDrawn="1"/>
        </p:nvSpPr>
        <p:spPr>
          <a:xfrm>
            <a:off x="539999" y="6498606"/>
            <a:ext cx="29196000" cy="357480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0" rIns="91423" bIns="45710" rtlCol="0" anchor="ctr"/>
          <a:lstStyle/>
          <a:p>
            <a:pPr algn="ctr"/>
            <a:endParaRPr lang="sv-SE" b="0" i="0" dirty="0">
              <a:latin typeface="Arial" panose="020B0604020202020204" pitchFamily="34" charset="0"/>
            </a:endParaRPr>
          </a:p>
        </p:txBody>
      </p:sp>
      <p:sp>
        <p:nvSpPr>
          <p:cNvPr id="6" name="Platshållare för text 5"/>
          <p:cNvSpPr>
            <a:spLocks noGrp="1"/>
          </p:cNvSpPr>
          <p:nvPr>
            <p:ph type="body" sz="quarter" idx="10" hasCustomPrompt="1"/>
          </p:nvPr>
        </p:nvSpPr>
        <p:spPr>
          <a:xfrm>
            <a:off x="6426000" y="684000"/>
            <a:ext cx="23114770" cy="3673075"/>
          </a:xfrm>
          <a:prstGeom prst="rect">
            <a:avLst/>
          </a:prstGeom>
        </p:spPr>
        <p:txBody>
          <a:bodyPr lIns="0" tIns="0" rIns="0" bIns="0" anchor="b" anchorCtr="0"/>
          <a:lstStyle>
            <a:lvl1pPr marL="0" marR="0" indent="0" algn="l" defTabSz="4174769" rtl="0" eaLnBrk="1" fontAlgn="auto" latinLnBrk="0" hangingPunct="1">
              <a:lnSpc>
                <a:spcPct val="100000"/>
              </a:lnSpc>
              <a:spcBef>
                <a:spcPts val="0"/>
              </a:spcBef>
              <a:spcAft>
                <a:spcPts val="0"/>
              </a:spcAft>
              <a:buClrTx/>
              <a:buSzTx/>
              <a:buFont typeface="Arial" pitchFamily="34" charset="0"/>
              <a:buNone/>
              <a:tabLst/>
              <a:defRPr sz="9900" b="0" i="0" u="none" baseline="0">
                <a:solidFill>
                  <a:schemeClr val="accent1"/>
                </a:solidFill>
                <a:latin typeface="Times New Roman" panose="02020603050405020304" pitchFamily="18" charset="0"/>
              </a:defRPr>
            </a:lvl1pPr>
          </a:lstStyle>
          <a:p>
            <a:pPr marL="0" marR="0" lvl="0" indent="0" algn="l" defTabSz="4174769" rtl="0" eaLnBrk="1" fontAlgn="auto" latinLnBrk="0" hangingPunct="1">
              <a:lnSpc>
                <a:spcPct val="100000"/>
              </a:lnSpc>
              <a:spcBef>
                <a:spcPts val="0"/>
              </a:spcBef>
              <a:spcAft>
                <a:spcPts val="0"/>
              </a:spcAft>
              <a:buClrTx/>
              <a:buSzTx/>
              <a:buFont typeface="Arial" pitchFamily="34" charset="0"/>
              <a:buNone/>
              <a:tabLst/>
              <a:defRPr/>
            </a:pPr>
            <a:r>
              <a:rPr lang="en-GB" noProof="0" dirty="0"/>
              <a:t>Headline Times New Roman </a:t>
            </a:r>
            <a:br>
              <a:rPr lang="en-GB" noProof="0" dirty="0"/>
            </a:br>
            <a:r>
              <a:rPr lang="en-GB" noProof="0" dirty="0"/>
              <a:t>or Adobe Garamond </a:t>
            </a:r>
            <a:r>
              <a:rPr lang="en-GB" noProof="0" dirty="0" err="1"/>
              <a:t>Semibold</a:t>
            </a:r>
            <a:endParaRPr lang="en-GB" noProof="0" dirty="0"/>
          </a:p>
        </p:txBody>
      </p:sp>
      <p:sp>
        <p:nvSpPr>
          <p:cNvPr id="14" name="Platshållare för bild 9"/>
          <p:cNvSpPr>
            <a:spLocks noGrp="1"/>
          </p:cNvSpPr>
          <p:nvPr>
            <p:ph type="pic" sz="quarter" idx="12" hasCustomPrompt="1"/>
          </p:nvPr>
        </p:nvSpPr>
        <p:spPr>
          <a:xfrm>
            <a:off x="15682659" y="7307963"/>
            <a:ext cx="13212577"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6" name="Platshållare för text 21"/>
          <p:cNvSpPr>
            <a:spLocks noGrp="1"/>
          </p:cNvSpPr>
          <p:nvPr>
            <p:ph type="body" sz="quarter" idx="17" hasCustomPrompt="1"/>
          </p:nvPr>
        </p:nvSpPr>
        <p:spPr>
          <a:xfrm>
            <a:off x="1385316" y="8946001"/>
            <a:ext cx="13212000" cy="5401478"/>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4400" b="0" i="0" baseline="0">
                <a:solidFill>
                  <a:schemeClr val="tx2"/>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Intro text Arial / Frutiger LT Std 55 Roman.</a:t>
            </a:r>
          </a:p>
        </p:txBody>
      </p:sp>
      <p:sp>
        <p:nvSpPr>
          <p:cNvPr id="3" name="Platshållare för text 2"/>
          <p:cNvSpPr>
            <a:spLocks noGrp="1"/>
          </p:cNvSpPr>
          <p:nvPr>
            <p:ph type="body" sz="quarter" idx="19" hasCustomPrompt="1"/>
          </p:nvPr>
        </p:nvSpPr>
        <p:spPr>
          <a:xfrm>
            <a:off x="6426000" y="5004000"/>
            <a:ext cx="23114768" cy="1223963"/>
          </a:xfrm>
          <a:prstGeom prst="rect">
            <a:avLst/>
          </a:prstGeom>
          <a:ln>
            <a:noFill/>
            <a:prstDash val="solid"/>
          </a:ln>
        </p:spPr>
        <p:txBody>
          <a:bodyPr lIns="0" tIns="0" rIns="0" bIns="0" anchor="t" anchorCtr="0"/>
          <a:lstStyle>
            <a:lvl1pPr marL="0" indent="0">
              <a:buNone/>
              <a:defRPr sz="3600" b="1" i="0" cap="all" spc="200" baseline="0">
                <a:solidFill>
                  <a:schemeClr val="accent1"/>
                </a:solidFill>
                <a:latin typeface="Arial" panose="020B0604020202020204" pitchFamily="34" charset="0"/>
                <a:cs typeface="Arial" panose="020B0604020202020204" pitchFamily="34" charset="0"/>
              </a:defRPr>
            </a:lvl1pPr>
          </a:lstStyle>
          <a:p>
            <a:pPr lvl="0"/>
            <a:r>
              <a:rPr lang="en-GB" sz="4000" noProof="0" dirty="0"/>
              <a:t>SUBTITLE – NAMES, AFFILIATIONS ETC – Arial Bold / Frutiger LT Std 65 Bold</a:t>
            </a:r>
          </a:p>
        </p:txBody>
      </p:sp>
      <p:cxnSp>
        <p:nvCxnSpPr>
          <p:cNvPr id="7" name="Rak 6"/>
          <p:cNvCxnSpPr/>
          <p:nvPr userDrawn="1"/>
        </p:nvCxnSpPr>
        <p:spPr>
          <a:xfrm>
            <a:off x="6426194" y="4608000"/>
            <a:ext cx="23114574" cy="0"/>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Platshållare för text 21">
            <a:extLst>
              <a:ext uri="{FF2B5EF4-FFF2-40B4-BE49-F238E27FC236}">
                <a16:creationId xmlns:a16="http://schemas.microsoft.com/office/drawing/2014/main" id="{BA5915EB-D66C-B848-86DA-5D7C88849F1E}"/>
              </a:ext>
            </a:extLst>
          </p:cNvPr>
          <p:cNvSpPr>
            <a:spLocks noGrp="1"/>
          </p:cNvSpPr>
          <p:nvPr>
            <p:ph type="body" sz="quarter" idx="21" hasCustomPrompt="1"/>
          </p:nvPr>
        </p:nvSpPr>
        <p:spPr>
          <a:xfrm>
            <a:off x="1385316" y="16819200"/>
            <a:ext cx="13212000" cy="7131600"/>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2" name="Platshållare för text 21">
            <a:extLst>
              <a:ext uri="{FF2B5EF4-FFF2-40B4-BE49-F238E27FC236}">
                <a16:creationId xmlns:a16="http://schemas.microsoft.com/office/drawing/2014/main" id="{42240B1D-39B5-5148-9229-74ADE831E9C6}"/>
              </a:ext>
            </a:extLst>
          </p:cNvPr>
          <p:cNvSpPr>
            <a:spLocks noGrp="1"/>
          </p:cNvSpPr>
          <p:nvPr>
            <p:ph type="body" sz="quarter" idx="23" hasCustomPrompt="1"/>
          </p:nvPr>
        </p:nvSpPr>
        <p:spPr>
          <a:xfrm>
            <a:off x="1385316" y="35031600"/>
            <a:ext cx="13211425" cy="6300091"/>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4" name="Platshållare för text 21">
            <a:extLst>
              <a:ext uri="{FF2B5EF4-FFF2-40B4-BE49-F238E27FC236}">
                <a16:creationId xmlns:a16="http://schemas.microsoft.com/office/drawing/2014/main" id="{BDF833D3-200F-164E-B9DF-3F95ACC8CFF4}"/>
              </a:ext>
            </a:extLst>
          </p:cNvPr>
          <p:cNvSpPr>
            <a:spLocks noGrp="1"/>
          </p:cNvSpPr>
          <p:nvPr>
            <p:ph type="body" sz="quarter" idx="25" hasCustomPrompt="1"/>
          </p:nvPr>
        </p:nvSpPr>
        <p:spPr>
          <a:xfrm>
            <a:off x="15682661" y="29433600"/>
            <a:ext cx="13212575" cy="716558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5" name="Platshållare för text 4">
            <a:extLst>
              <a:ext uri="{FF2B5EF4-FFF2-40B4-BE49-F238E27FC236}">
                <a16:creationId xmlns:a16="http://schemas.microsoft.com/office/drawing/2014/main" id="{A1E4D9B8-06D3-6347-B8EB-4C602E65D402}"/>
              </a:ext>
            </a:extLst>
          </p:cNvPr>
          <p:cNvSpPr>
            <a:spLocks noGrp="1"/>
          </p:cNvSpPr>
          <p:nvPr>
            <p:ph type="body" sz="quarter" idx="26" hasCustomPrompt="1"/>
          </p:nvPr>
        </p:nvSpPr>
        <p:spPr>
          <a:xfrm>
            <a:off x="15682661" y="27794873"/>
            <a:ext cx="13212575"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27" name="Platshållare för text 21">
            <a:extLst>
              <a:ext uri="{FF2B5EF4-FFF2-40B4-BE49-F238E27FC236}">
                <a16:creationId xmlns:a16="http://schemas.microsoft.com/office/drawing/2014/main" id="{7FB415A9-13C1-F347-8BF1-E1EEF3BAA051}"/>
              </a:ext>
            </a:extLst>
          </p:cNvPr>
          <p:cNvSpPr>
            <a:spLocks noGrp="1"/>
          </p:cNvSpPr>
          <p:nvPr>
            <p:ph type="body" sz="quarter" idx="33" hasCustomPrompt="1"/>
          </p:nvPr>
        </p:nvSpPr>
        <p:spPr>
          <a:xfrm>
            <a:off x="15683236" y="38559600"/>
            <a:ext cx="13212000" cy="2772091"/>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Name, affiliation, faculty, institution, e-mail address, phone etc.</a:t>
            </a:r>
          </a:p>
        </p:txBody>
      </p:sp>
      <p:sp>
        <p:nvSpPr>
          <p:cNvPr id="28" name="Platshållare för text 4">
            <a:extLst>
              <a:ext uri="{FF2B5EF4-FFF2-40B4-BE49-F238E27FC236}">
                <a16:creationId xmlns:a16="http://schemas.microsoft.com/office/drawing/2014/main" id="{767E9D9A-854A-6C44-B933-2CF1B89D8F4C}"/>
              </a:ext>
            </a:extLst>
          </p:cNvPr>
          <p:cNvSpPr>
            <a:spLocks noGrp="1"/>
          </p:cNvSpPr>
          <p:nvPr>
            <p:ph type="body" sz="quarter" idx="34" hasCustomPrompt="1"/>
          </p:nvPr>
        </p:nvSpPr>
        <p:spPr>
          <a:xfrm>
            <a:off x="15683235" y="37317600"/>
            <a:ext cx="13212001" cy="846091"/>
          </a:xfrm>
          <a:prstGeom prst="callout1">
            <a:avLst>
              <a:gd name="adj1" fmla="val 99549"/>
              <a:gd name="adj2" fmla="val 99933"/>
              <a:gd name="adj3" fmla="val 99169"/>
              <a:gd name="adj4" fmla="val -39"/>
            </a:avLst>
          </a:prstGeom>
          <a:ln w="19050">
            <a:solidFill>
              <a:schemeClr val="tx2"/>
            </a:solidFill>
          </a:ln>
        </p:spPr>
        <p:txBody>
          <a:bodyPr wrap="square" lIns="0" tIns="0" rIns="0" bIns="54000">
            <a:spAutoFit/>
          </a:bodyPr>
          <a:lstStyle>
            <a:lvl1pPr marL="0" indent="0">
              <a:lnSpc>
                <a:spcPct val="95000"/>
              </a:lnSpc>
              <a:spcBef>
                <a:spcPts val="0"/>
              </a:spcBef>
              <a:buFontTx/>
              <a:buNone/>
              <a:defRPr sz="5400" b="0" i="0">
                <a:solidFill>
                  <a:schemeClr val="tx2"/>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Contact</a:t>
            </a:r>
          </a:p>
        </p:txBody>
      </p:sp>
      <p:sp>
        <p:nvSpPr>
          <p:cNvPr id="37" name="Platshållare för bild 9">
            <a:extLst>
              <a:ext uri="{FF2B5EF4-FFF2-40B4-BE49-F238E27FC236}">
                <a16:creationId xmlns:a16="http://schemas.microsoft.com/office/drawing/2014/main" id="{30F20F68-684F-F344-886F-48C9DED75849}"/>
              </a:ext>
            </a:extLst>
          </p:cNvPr>
          <p:cNvSpPr>
            <a:spLocks noGrp="1"/>
          </p:cNvSpPr>
          <p:nvPr>
            <p:ph type="pic" sz="quarter" idx="36" hasCustomPrompt="1"/>
          </p:nvPr>
        </p:nvSpPr>
        <p:spPr>
          <a:xfrm>
            <a:off x="15682660" y="17371815"/>
            <a:ext cx="13212576"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5" name="Platshållare för bild 9">
            <a:extLst>
              <a:ext uri="{FF2B5EF4-FFF2-40B4-BE49-F238E27FC236}">
                <a16:creationId xmlns:a16="http://schemas.microsoft.com/office/drawing/2014/main" id="{9B67B89E-84EB-9847-BD7C-A71AA297D95D}"/>
              </a:ext>
            </a:extLst>
          </p:cNvPr>
          <p:cNvSpPr>
            <a:spLocks noGrp="1"/>
          </p:cNvSpPr>
          <p:nvPr>
            <p:ph type="pic" sz="quarter" idx="39" hasCustomPrompt="1"/>
          </p:nvPr>
        </p:nvSpPr>
        <p:spPr>
          <a:xfrm>
            <a:off x="1385888" y="24262531"/>
            <a:ext cx="13211427"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1" name="Platshållare för text 21">
            <a:extLst>
              <a:ext uri="{FF2B5EF4-FFF2-40B4-BE49-F238E27FC236}">
                <a16:creationId xmlns:a16="http://schemas.microsoft.com/office/drawing/2014/main" id="{C4E32119-A415-C444-92D8-9CFFC142A9CB}"/>
              </a:ext>
            </a:extLst>
          </p:cNvPr>
          <p:cNvSpPr>
            <a:spLocks noGrp="1"/>
          </p:cNvSpPr>
          <p:nvPr>
            <p:ph type="body" sz="quarter" idx="40" hasCustomPrompt="1"/>
          </p:nvPr>
        </p:nvSpPr>
        <p:spPr>
          <a:xfrm>
            <a:off x="15682661" y="15990063"/>
            <a:ext cx="13212576"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3" name="Platshållare för text 21">
            <a:extLst>
              <a:ext uri="{FF2B5EF4-FFF2-40B4-BE49-F238E27FC236}">
                <a16:creationId xmlns:a16="http://schemas.microsoft.com/office/drawing/2014/main" id="{20D4F942-3908-684C-BDE5-B5199AF35E63}"/>
              </a:ext>
            </a:extLst>
          </p:cNvPr>
          <p:cNvSpPr>
            <a:spLocks noGrp="1"/>
          </p:cNvSpPr>
          <p:nvPr>
            <p:ph type="body" sz="quarter" idx="41" hasCustomPrompt="1"/>
          </p:nvPr>
        </p:nvSpPr>
        <p:spPr>
          <a:xfrm>
            <a:off x="15682661" y="26039876"/>
            <a:ext cx="13212575"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4" name="Platshållare för text 21">
            <a:extLst>
              <a:ext uri="{FF2B5EF4-FFF2-40B4-BE49-F238E27FC236}">
                <a16:creationId xmlns:a16="http://schemas.microsoft.com/office/drawing/2014/main" id="{E4BE38B9-AFAA-0D4E-9B04-50C20C40A753}"/>
              </a:ext>
            </a:extLst>
          </p:cNvPr>
          <p:cNvSpPr>
            <a:spLocks noGrp="1"/>
          </p:cNvSpPr>
          <p:nvPr>
            <p:ph type="body" sz="quarter" idx="42" hasCustomPrompt="1"/>
          </p:nvPr>
        </p:nvSpPr>
        <p:spPr>
          <a:xfrm>
            <a:off x="1385889" y="31677089"/>
            <a:ext cx="13211425"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36" name="Platshållare för text 4">
            <a:extLst>
              <a:ext uri="{FF2B5EF4-FFF2-40B4-BE49-F238E27FC236}">
                <a16:creationId xmlns:a16="http://schemas.microsoft.com/office/drawing/2014/main" id="{4752EB89-EC07-8F4A-9E17-AD0124A87153}"/>
              </a:ext>
            </a:extLst>
          </p:cNvPr>
          <p:cNvSpPr>
            <a:spLocks noGrp="1"/>
          </p:cNvSpPr>
          <p:nvPr>
            <p:ph type="body" sz="quarter" idx="44" hasCustomPrompt="1"/>
          </p:nvPr>
        </p:nvSpPr>
        <p:spPr>
          <a:xfrm>
            <a:off x="1385317" y="7306463"/>
            <a:ext cx="13212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Conclusion</a:t>
            </a:r>
          </a:p>
        </p:txBody>
      </p:sp>
      <p:sp>
        <p:nvSpPr>
          <p:cNvPr id="38" name="Platshållare för text 4">
            <a:extLst>
              <a:ext uri="{FF2B5EF4-FFF2-40B4-BE49-F238E27FC236}">
                <a16:creationId xmlns:a16="http://schemas.microsoft.com/office/drawing/2014/main" id="{D9EEA958-B7C5-EB41-B071-687DA7F4C848}"/>
              </a:ext>
            </a:extLst>
          </p:cNvPr>
          <p:cNvSpPr>
            <a:spLocks noGrp="1"/>
          </p:cNvSpPr>
          <p:nvPr>
            <p:ph type="body" sz="quarter" idx="45" hasCustomPrompt="1"/>
          </p:nvPr>
        </p:nvSpPr>
        <p:spPr>
          <a:xfrm>
            <a:off x="1385316" y="15180655"/>
            <a:ext cx="13212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39" name="Platshållare för text 4">
            <a:extLst>
              <a:ext uri="{FF2B5EF4-FFF2-40B4-BE49-F238E27FC236}">
                <a16:creationId xmlns:a16="http://schemas.microsoft.com/office/drawing/2014/main" id="{F9367FCA-6E65-BB4D-9391-8A428B0DAA15}"/>
              </a:ext>
            </a:extLst>
          </p:cNvPr>
          <p:cNvSpPr>
            <a:spLocks noGrp="1"/>
          </p:cNvSpPr>
          <p:nvPr>
            <p:ph type="body" sz="quarter" idx="46" hasCustomPrompt="1"/>
          </p:nvPr>
        </p:nvSpPr>
        <p:spPr>
          <a:xfrm>
            <a:off x="1385316" y="33391926"/>
            <a:ext cx="13211425"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Tree>
    <p:extLst>
      <p:ext uri="{BB962C8B-B14F-4D97-AF65-F5344CB8AC3E}">
        <p14:creationId xmlns:p14="http://schemas.microsoft.com/office/powerpoint/2010/main" val="337585635"/>
      </p:ext>
    </p:extLst>
  </p:cSld>
  <p:clrMapOvr>
    <a:masterClrMapping/>
  </p:clrMapOvr>
  <p:extLst>
    <p:ext uri="{DCECCB84-F9BA-43D5-87BE-67443E8EF086}">
      <p15:sldGuideLst xmlns:p15="http://schemas.microsoft.com/office/powerpoint/2012/main">
        <p15:guide id="1" orient="horz" pos="345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ue asymmetrical">
    <p:spTree>
      <p:nvGrpSpPr>
        <p:cNvPr id="1" name=""/>
        <p:cNvGrpSpPr/>
        <p:nvPr/>
      </p:nvGrpSpPr>
      <p:grpSpPr>
        <a:xfrm>
          <a:off x="0" y="0"/>
          <a:ext cx="0" cy="0"/>
          <a:chOff x="0" y="0"/>
          <a:chExt cx="0" cy="0"/>
        </a:xfrm>
      </p:grpSpPr>
      <p:sp>
        <p:nvSpPr>
          <p:cNvPr id="31" name="Rektangel 30">
            <a:extLst>
              <a:ext uri="{FF2B5EF4-FFF2-40B4-BE49-F238E27FC236}">
                <a16:creationId xmlns:a16="http://schemas.microsoft.com/office/drawing/2014/main" id="{3F57CE79-7885-6A43-A71F-323C7AE91C61}"/>
              </a:ext>
            </a:extLst>
          </p:cNvPr>
          <p:cNvSpPr/>
          <p:nvPr userDrawn="1"/>
        </p:nvSpPr>
        <p:spPr>
          <a:xfrm>
            <a:off x="539999" y="6498606"/>
            <a:ext cx="29196000" cy="357480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0" rIns="91423" bIns="45710" rtlCol="0" anchor="ctr"/>
          <a:lstStyle/>
          <a:p>
            <a:pPr algn="ctr"/>
            <a:endParaRPr lang="sv-SE" b="0" i="0" dirty="0">
              <a:latin typeface="Arial" panose="020B0604020202020204" pitchFamily="34" charset="0"/>
            </a:endParaRPr>
          </a:p>
        </p:txBody>
      </p:sp>
      <p:sp>
        <p:nvSpPr>
          <p:cNvPr id="6" name="Platshållare för text 5"/>
          <p:cNvSpPr>
            <a:spLocks noGrp="1"/>
          </p:cNvSpPr>
          <p:nvPr>
            <p:ph type="body" sz="quarter" idx="10" hasCustomPrompt="1"/>
          </p:nvPr>
        </p:nvSpPr>
        <p:spPr>
          <a:xfrm>
            <a:off x="6426000" y="684000"/>
            <a:ext cx="23114770" cy="3673075"/>
          </a:xfrm>
          <a:prstGeom prst="rect">
            <a:avLst/>
          </a:prstGeom>
        </p:spPr>
        <p:txBody>
          <a:bodyPr lIns="0" tIns="0" rIns="0" bIns="0" anchor="b" anchorCtr="0"/>
          <a:lstStyle>
            <a:lvl1pPr marL="0" marR="0" indent="0" algn="l" defTabSz="4174769" rtl="0" eaLnBrk="1" fontAlgn="auto" latinLnBrk="0" hangingPunct="1">
              <a:lnSpc>
                <a:spcPct val="100000"/>
              </a:lnSpc>
              <a:spcBef>
                <a:spcPts val="0"/>
              </a:spcBef>
              <a:spcAft>
                <a:spcPts val="0"/>
              </a:spcAft>
              <a:buClrTx/>
              <a:buSzTx/>
              <a:buFont typeface="Arial" pitchFamily="34" charset="0"/>
              <a:buNone/>
              <a:tabLst/>
              <a:defRPr sz="9900" b="0" i="0" u="none" baseline="0">
                <a:solidFill>
                  <a:schemeClr val="accent1"/>
                </a:solidFill>
                <a:latin typeface="Times New Roman" panose="02020603050405020304" pitchFamily="18" charset="0"/>
              </a:defRPr>
            </a:lvl1pPr>
          </a:lstStyle>
          <a:p>
            <a:pPr marL="0" marR="0" lvl="0" indent="0" algn="l" defTabSz="4174769" rtl="0" eaLnBrk="1" fontAlgn="auto" latinLnBrk="0" hangingPunct="1">
              <a:lnSpc>
                <a:spcPct val="100000"/>
              </a:lnSpc>
              <a:spcBef>
                <a:spcPts val="0"/>
              </a:spcBef>
              <a:spcAft>
                <a:spcPts val="0"/>
              </a:spcAft>
              <a:buClrTx/>
              <a:buSzTx/>
              <a:buFont typeface="Arial" pitchFamily="34" charset="0"/>
              <a:buNone/>
              <a:tabLst/>
              <a:defRPr/>
            </a:pPr>
            <a:r>
              <a:rPr lang="en-GB" noProof="0" dirty="0"/>
              <a:t>Headline Times New Roman </a:t>
            </a:r>
            <a:br>
              <a:rPr lang="en-GB" noProof="0" dirty="0"/>
            </a:br>
            <a:r>
              <a:rPr lang="en-GB" noProof="0" dirty="0"/>
              <a:t>or Adobe Garamond </a:t>
            </a:r>
            <a:r>
              <a:rPr lang="en-GB" noProof="0" dirty="0" err="1"/>
              <a:t>Semibold</a:t>
            </a:r>
            <a:endParaRPr lang="en-GB" noProof="0" dirty="0"/>
          </a:p>
        </p:txBody>
      </p:sp>
      <p:sp>
        <p:nvSpPr>
          <p:cNvPr id="14" name="Platshållare för bild 9"/>
          <p:cNvSpPr>
            <a:spLocks noGrp="1"/>
          </p:cNvSpPr>
          <p:nvPr>
            <p:ph type="pic" sz="quarter" idx="12" hasCustomPrompt="1"/>
          </p:nvPr>
        </p:nvSpPr>
        <p:spPr>
          <a:xfrm>
            <a:off x="17948305" y="7307963"/>
            <a:ext cx="10872000"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6" name="Platshållare för text 21"/>
          <p:cNvSpPr>
            <a:spLocks noGrp="1"/>
          </p:cNvSpPr>
          <p:nvPr>
            <p:ph type="body" sz="quarter" idx="17" hasCustomPrompt="1"/>
          </p:nvPr>
        </p:nvSpPr>
        <p:spPr>
          <a:xfrm>
            <a:off x="1385316" y="8946001"/>
            <a:ext cx="15480000" cy="5401478"/>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4400" b="0" i="0" baseline="0">
                <a:solidFill>
                  <a:schemeClr val="tx2"/>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Intro text Arial / Frutiger LT Std 55 Roman.</a:t>
            </a:r>
          </a:p>
        </p:txBody>
      </p:sp>
      <p:sp>
        <p:nvSpPr>
          <p:cNvPr id="3" name="Platshållare för text 2"/>
          <p:cNvSpPr>
            <a:spLocks noGrp="1"/>
          </p:cNvSpPr>
          <p:nvPr>
            <p:ph type="body" sz="quarter" idx="19" hasCustomPrompt="1"/>
          </p:nvPr>
        </p:nvSpPr>
        <p:spPr>
          <a:xfrm>
            <a:off x="6426000" y="5004000"/>
            <a:ext cx="23114768" cy="1223963"/>
          </a:xfrm>
          <a:prstGeom prst="rect">
            <a:avLst/>
          </a:prstGeom>
          <a:ln>
            <a:noFill/>
            <a:prstDash val="solid"/>
          </a:ln>
        </p:spPr>
        <p:txBody>
          <a:bodyPr lIns="0" tIns="0" rIns="0" bIns="0" anchor="t" anchorCtr="0"/>
          <a:lstStyle>
            <a:lvl1pPr marL="0" indent="0">
              <a:buNone/>
              <a:defRPr sz="3600" b="1" i="0" cap="all" spc="200" baseline="0">
                <a:solidFill>
                  <a:schemeClr val="accent1"/>
                </a:solidFill>
                <a:latin typeface="Arial" panose="020B0604020202020204" pitchFamily="34" charset="0"/>
                <a:cs typeface="Arial" panose="020B0604020202020204" pitchFamily="34" charset="0"/>
              </a:defRPr>
            </a:lvl1pPr>
          </a:lstStyle>
          <a:p>
            <a:pPr lvl="0"/>
            <a:r>
              <a:rPr lang="en-GB" sz="4000" noProof="0" dirty="0"/>
              <a:t>SUBTITLE – NAMES, AFFILIATIONS ETC – Arial Bold / Frutiger LT Std 65 Bold</a:t>
            </a:r>
            <a:endParaRPr lang="en-GB" noProof="0" dirty="0"/>
          </a:p>
        </p:txBody>
      </p:sp>
      <p:cxnSp>
        <p:nvCxnSpPr>
          <p:cNvPr id="7" name="Rak 6"/>
          <p:cNvCxnSpPr/>
          <p:nvPr userDrawn="1"/>
        </p:nvCxnSpPr>
        <p:spPr>
          <a:xfrm>
            <a:off x="6426194" y="4608000"/>
            <a:ext cx="23114574" cy="0"/>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Platshållare för text 21">
            <a:extLst>
              <a:ext uri="{FF2B5EF4-FFF2-40B4-BE49-F238E27FC236}">
                <a16:creationId xmlns:a16="http://schemas.microsoft.com/office/drawing/2014/main" id="{BA5915EB-D66C-B848-86DA-5D7C88849F1E}"/>
              </a:ext>
            </a:extLst>
          </p:cNvPr>
          <p:cNvSpPr>
            <a:spLocks noGrp="1"/>
          </p:cNvSpPr>
          <p:nvPr>
            <p:ph type="body" sz="quarter" idx="21" hasCustomPrompt="1"/>
          </p:nvPr>
        </p:nvSpPr>
        <p:spPr>
          <a:xfrm>
            <a:off x="1385316" y="16819200"/>
            <a:ext cx="15480000" cy="7131600"/>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2" name="Platshållare för text 21">
            <a:extLst>
              <a:ext uri="{FF2B5EF4-FFF2-40B4-BE49-F238E27FC236}">
                <a16:creationId xmlns:a16="http://schemas.microsoft.com/office/drawing/2014/main" id="{42240B1D-39B5-5148-9229-74ADE831E9C6}"/>
              </a:ext>
            </a:extLst>
          </p:cNvPr>
          <p:cNvSpPr>
            <a:spLocks noGrp="1"/>
          </p:cNvSpPr>
          <p:nvPr>
            <p:ph type="body" sz="quarter" idx="23" hasCustomPrompt="1"/>
          </p:nvPr>
        </p:nvSpPr>
        <p:spPr>
          <a:xfrm>
            <a:off x="1385316" y="35031600"/>
            <a:ext cx="15480000" cy="6300091"/>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4" name="Platshållare för text 21">
            <a:extLst>
              <a:ext uri="{FF2B5EF4-FFF2-40B4-BE49-F238E27FC236}">
                <a16:creationId xmlns:a16="http://schemas.microsoft.com/office/drawing/2014/main" id="{BDF833D3-200F-164E-B9DF-3F95ACC8CFF4}"/>
              </a:ext>
            </a:extLst>
          </p:cNvPr>
          <p:cNvSpPr>
            <a:spLocks noGrp="1"/>
          </p:cNvSpPr>
          <p:nvPr>
            <p:ph type="body" sz="quarter" idx="25" hasCustomPrompt="1"/>
          </p:nvPr>
        </p:nvSpPr>
        <p:spPr>
          <a:xfrm>
            <a:off x="17944745" y="29433600"/>
            <a:ext cx="10872000" cy="716558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5" name="Platshållare för text 4">
            <a:extLst>
              <a:ext uri="{FF2B5EF4-FFF2-40B4-BE49-F238E27FC236}">
                <a16:creationId xmlns:a16="http://schemas.microsoft.com/office/drawing/2014/main" id="{A1E4D9B8-06D3-6347-B8EB-4C602E65D402}"/>
              </a:ext>
            </a:extLst>
          </p:cNvPr>
          <p:cNvSpPr>
            <a:spLocks noGrp="1"/>
          </p:cNvSpPr>
          <p:nvPr>
            <p:ph type="body" sz="quarter" idx="26" hasCustomPrompt="1"/>
          </p:nvPr>
        </p:nvSpPr>
        <p:spPr>
          <a:xfrm>
            <a:off x="17945889" y="27794873"/>
            <a:ext cx="10871999" cy="1098753"/>
          </a:xfrm>
          <a:prstGeom prst="callout1">
            <a:avLst>
              <a:gd name="adj1" fmla="val 100083"/>
              <a:gd name="adj2" fmla="val 99920"/>
              <a:gd name="adj3" fmla="val 99878"/>
              <a:gd name="adj4" fmla="val 33"/>
            </a:avLst>
          </a:prstGeom>
          <a:ln w="28575">
            <a:solidFill>
              <a:schemeClr val="accent1"/>
            </a:solidFill>
          </a:ln>
        </p:spPr>
        <p:txBody>
          <a:bodyPr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27" name="Platshållare för text 21">
            <a:extLst>
              <a:ext uri="{FF2B5EF4-FFF2-40B4-BE49-F238E27FC236}">
                <a16:creationId xmlns:a16="http://schemas.microsoft.com/office/drawing/2014/main" id="{7FB415A9-13C1-F347-8BF1-E1EEF3BAA051}"/>
              </a:ext>
            </a:extLst>
          </p:cNvPr>
          <p:cNvSpPr>
            <a:spLocks noGrp="1"/>
          </p:cNvSpPr>
          <p:nvPr>
            <p:ph type="body" sz="quarter" idx="33" hasCustomPrompt="1"/>
          </p:nvPr>
        </p:nvSpPr>
        <p:spPr>
          <a:xfrm>
            <a:off x="17943538" y="38559600"/>
            <a:ext cx="10873207" cy="2772091"/>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Name, affiliation, faculty, institution, e-mail address, phone etc.</a:t>
            </a:r>
          </a:p>
        </p:txBody>
      </p:sp>
      <p:sp>
        <p:nvSpPr>
          <p:cNvPr id="28" name="Platshållare för text 4">
            <a:extLst>
              <a:ext uri="{FF2B5EF4-FFF2-40B4-BE49-F238E27FC236}">
                <a16:creationId xmlns:a16="http://schemas.microsoft.com/office/drawing/2014/main" id="{767E9D9A-854A-6C44-B933-2CF1B89D8F4C}"/>
              </a:ext>
            </a:extLst>
          </p:cNvPr>
          <p:cNvSpPr>
            <a:spLocks noGrp="1"/>
          </p:cNvSpPr>
          <p:nvPr>
            <p:ph type="body" sz="quarter" idx="34" hasCustomPrompt="1"/>
          </p:nvPr>
        </p:nvSpPr>
        <p:spPr>
          <a:xfrm>
            <a:off x="17945889" y="37317600"/>
            <a:ext cx="10873207" cy="846091"/>
          </a:xfrm>
          <a:prstGeom prst="callout1">
            <a:avLst>
              <a:gd name="adj1" fmla="val 99549"/>
              <a:gd name="adj2" fmla="val 99933"/>
              <a:gd name="adj3" fmla="val 99169"/>
              <a:gd name="adj4" fmla="val -39"/>
            </a:avLst>
          </a:prstGeom>
          <a:ln w="19050">
            <a:solidFill>
              <a:schemeClr val="tx2"/>
            </a:solidFill>
          </a:ln>
        </p:spPr>
        <p:txBody>
          <a:bodyPr lIns="0" tIns="0" rIns="0" bIns="54000">
            <a:spAutoFit/>
          </a:bodyPr>
          <a:lstStyle>
            <a:lvl1pPr marL="0" indent="0">
              <a:lnSpc>
                <a:spcPct val="95000"/>
              </a:lnSpc>
              <a:spcBef>
                <a:spcPts val="0"/>
              </a:spcBef>
              <a:buFontTx/>
              <a:buNone/>
              <a:defRPr sz="5400" b="0" i="0">
                <a:solidFill>
                  <a:schemeClr val="tx2"/>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Contact</a:t>
            </a:r>
          </a:p>
        </p:txBody>
      </p:sp>
      <p:sp>
        <p:nvSpPr>
          <p:cNvPr id="37" name="Platshållare för bild 9">
            <a:extLst>
              <a:ext uri="{FF2B5EF4-FFF2-40B4-BE49-F238E27FC236}">
                <a16:creationId xmlns:a16="http://schemas.microsoft.com/office/drawing/2014/main" id="{30F20F68-684F-F344-886F-48C9DED75849}"/>
              </a:ext>
            </a:extLst>
          </p:cNvPr>
          <p:cNvSpPr>
            <a:spLocks noGrp="1"/>
          </p:cNvSpPr>
          <p:nvPr>
            <p:ph type="pic" sz="quarter" idx="36" hasCustomPrompt="1"/>
          </p:nvPr>
        </p:nvSpPr>
        <p:spPr>
          <a:xfrm>
            <a:off x="17948304" y="17371815"/>
            <a:ext cx="10872000"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2" name="Platshållare för bild 9">
            <a:extLst>
              <a:ext uri="{FF2B5EF4-FFF2-40B4-BE49-F238E27FC236}">
                <a16:creationId xmlns:a16="http://schemas.microsoft.com/office/drawing/2014/main" id="{86D5C2AC-689A-BA48-88AD-47A63B16E39D}"/>
              </a:ext>
            </a:extLst>
          </p:cNvPr>
          <p:cNvSpPr>
            <a:spLocks noGrp="1"/>
          </p:cNvSpPr>
          <p:nvPr>
            <p:ph type="pic" sz="quarter" idx="38" hasCustomPrompt="1"/>
          </p:nvPr>
        </p:nvSpPr>
        <p:spPr>
          <a:xfrm>
            <a:off x="9306460" y="24262531"/>
            <a:ext cx="7560000"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5" name="Platshållare för bild 9">
            <a:extLst>
              <a:ext uri="{FF2B5EF4-FFF2-40B4-BE49-F238E27FC236}">
                <a16:creationId xmlns:a16="http://schemas.microsoft.com/office/drawing/2014/main" id="{9B67B89E-84EB-9847-BD7C-A71AA297D95D}"/>
              </a:ext>
            </a:extLst>
          </p:cNvPr>
          <p:cNvSpPr>
            <a:spLocks noGrp="1"/>
          </p:cNvSpPr>
          <p:nvPr>
            <p:ph type="pic" sz="quarter" idx="39" hasCustomPrompt="1"/>
          </p:nvPr>
        </p:nvSpPr>
        <p:spPr>
          <a:xfrm>
            <a:off x="1385889" y="24262531"/>
            <a:ext cx="7560000"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1" name="Platshållare för text 21">
            <a:extLst>
              <a:ext uri="{FF2B5EF4-FFF2-40B4-BE49-F238E27FC236}">
                <a16:creationId xmlns:a16="http://schemas.microsoft.com/office/drawing/2014/main" id="{C4E32119-A415-C444-92D8-9CFFC142A9CB}"/>
              </a:ext>
            </a:extLst>
          </p:cNvPr>
          <p:cNvSpPr>
            <a:spLocks noGrp="1"/>
          </p:cNvSpPr>
          <p:nvPr>
            <p:ph type="body" sz="quarter" idx="40" hasCustomPrompt="1"/>
          </p:nvPr>
        </p:nvSpPr>
        <p:spPr>
          <a:xfrm>
            <a:off x="17945889" y="15990063"/>
            <a:ext cx="10873207"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3" name="Platshållare för text 21">
            <a:extLst>
              <a:ext uri="{FF2B5EF4-FFF2-40B4-BE49-F238E27FC236}">
                <a16:creationId xmlns:a16="http://schemas.microsoft.com/office/drawing/2014/main" id="{20D4F942-3908-684C-BDE5-B5199AF35E63}"/>
              </a:ext>
            </a:extLst>
          </p:cNvPr>
          <p:cNvSpPr>
            <a:spLocks noGrp="1"/>
          </p:cNvSpPr>
          <p:nvPr>
            <p:ph type="body" sz="quarter" idx="41" hasCustomPrompt="1"/>
          </p:nvPr>
        </p:nvSpPr>
        <p:spPr>
          <a:xfrm>
            <a:off x="17945888" y="26039876"/>
            <a:ext cx="10873207"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4" name="Platshållare för text 21">
            <a:extLst>
              <a:ext uri="{FF2B5EF4-FFF2-40B4-BE49-F238E27FC236}">
                <a16:creationId xmlns:a16="http://schemas.microsoft.com/office/drawing/2014/main" id="{E4BE38B9-AFAA-0D4E-9B04-50C20C40A753}"/>
              </a:ext>
            </a:extLst>
          </p:cNvPr>
          <p:cNvSpPr>
            <a:spLocks noGrp="1"/>
          </p:cNvSpPr>
          <p:nvPr>
            <p:ph type="body" sz="quarter" idx="42" hasCustomPrompt="1"/>
          </p:nvPr>
        </p:nvSpPr>
        <p:spPr>
          <a:xfrm>
            <a:off x="1385890" y="31677089"/>
            <a:ext cx="7560000"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9" name="Platshållare för text 21">
            <a:extLst>
              <a:ext uri="{FF2B5EF4-FFF2-40B4-BE49-F238E27FC236}">
                <a16:creationId xmlns:a16="http://schemas.microsoft.com/office/drawing/2014/main" id="{07AFEBAF-E313-284D-A930-C8970911BAA2}"/>
              </a:ext>
            </a:extLst>
          </p:cNvPr>
          <p:cNvSpPr>
            <a:spLocks noGrp="1"/>
          </p:cNvSpPr>
          <p:nvPr>
            <p:ph type="body" sz="quarter" idx="43" hasCustomPrompt="1"/>
          </p:nvPr>
        </p:nvSpPr>
        <p:spPr>
          <a:xfrm>
            <a:off x="9306460" y="31677089"/>
            <a:ext cx="7560000"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36" name="Platshållare för text 4">
            <a:extLst>
              <a:ext uri="{FF2B5EF4-FFF2-40B4-BE49-F238E27FC236}">
                <a16:creationId xmlns:a16="http://schemas.microsoft.com/office/drawing/2014/main" id="{4752EB89-EC07-8F4A-9E17-AD0124A87153}"/>
              </a:ext>
            </a:extLst>
          </p:cNvPr>
          <p:cNvSpPr>
            <a:spLocks noGrp="1"/>
          </p:cNvSpPr>
          <p:nvPr>
            <p:ph type="body" sz="quarter" idx="44" hasCustomPrompt="1"/>
          </p:nvPr>
        </p:nvSpPr>
        <p:spPr>
          <a:xfrm>
            <a:off x="1385317" y="7306463"/>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Conclusion</a:t>
            </a:r>
          </a:p>
        </p:txBody>
      </p:sp>
      <p:sp>
        <p:nvSpPr>
          <p:cNvPr id="38" name="Platshållare för text 4">
            <a:extLst>
              <a:ext uri="{FF2B5EF4-FFF2-40B4-BE49-F238E27FC236}">
                <a16:creationId xmlns:a16="http://schemas.microsoft.com/office/drawing/2014/main" id="{D9EEA958-B7C5-EB41-B071-687DA7F4C848}"/>
              </a:ext>
            </a:extLst>
          </p:cNvPr>
          <p:cNvSpPr>
            <a:spLocks noGrp="1"/>
          </p:cNvSpPr>
          <p:nvPr>
            <p:ph type="body" sz="quarter" idx="45" hasCustomPrompt="1"/>
          </p:nvPr>
        </p:nvSpPr>
        <p:spPr>
          <a:xfrm>
            <a:off x="1385316" y="15180655"/>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39" name="Platshållare för text 4">
            <a:extLst>
              <a:ext uri="{FF2B5EF4-FFF2-40B4-BE49-F238E27FC236}">
                <a16:creationId xmlns:a16="http://schemas.microsoft.com/office/drawing/2014/main" id="{F9367FCA-6E65-BB4D-9391-8A428B0DAA15}"/>
              </a:ext>
            </a:extLst>
          </p:cNvPr>
          <p:cNvSpPr>
            <a:spLocks noGrp="1"/>
          </p:cNvSpPr>
          <p:nvPr>
            <p:ph type="body" sz="quarter" idx="46" hasCustomPrompt="1"/>
          </p:nvPr>
        </p:nvSpPr>
        <p:spPr>
          <a:xfrm>
            <a:off x="1385316" y="33391926"/>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Tree>
    <p:extLst>
      <p:ext uri="{BB962C8B-B14F-4D97-AF65-F5344CB8AC3E}">
        <p14:creationId xmlns:p14="http://schemas.microsoft.com/office/powerpoint/2010/main" val="3585188270"/>
      </p:ext>
    </p:extLst>
  </p:cSld>
  <p:clrMapOvr>
    <a:masterClrMapping/>
  </p:clrMapOvr>
  <p:extLst>
    <p:ext uri="{DCECCB84-F9BA-43D5-87BE-67443E8EF086}">
      <p15:sldGuideLst xmlns:p15="http://schemas.microsoft.com/office/powerpoint/2012/main">
        <p15:guide id="1" orient="horz" pos="345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ue symmetrical">
    <p:spTree>
      <p:nvGrpSpPr>
        <p:cNvPr id="1" name=""/>
        <p:cNvGrpSpPr/>
        <p:nvPr/>
      </p:nvGrpSpPr>
      <p:grpSpPr>
        <a:xfrm>
          <a:off x="0" y="0"/>
          <a:ext cx="0" cy="0"/>
          <a:chOff x="0" y="0"/>
          <a:chExt cx="0" cy="0"/>
        </a:xfrm>
      </p:grpSpPr>
      <p:sp>
        <p:nvSpPr>
          <p:cNvPr id="31" name="Rektangel 30">
            <a:extLst>
              <a:ext uri="{FF2B5EF4-FFF2-40B4-BE49-F238E27FC236}">
                <a16:creationId xmlns:a16="http://schemas.microsoft.com/office/drawing/2014/main" id="{3F57CE79-7885-6A43-A71F-323C7AE91C61}"/>
              </a:ext>
            </a:extLst>
          </p:cNvPr>
          <p:cNvSpPr/>
          <p:nvPr userDrawn="1"/>
        </p:nvSpPr>
        <p:spPr>
          <a:xfrm>
            <a:off x="539999" y="6498606"/>
            <a:ext cx="29196000" cy="357480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0" rIns="91423" bIns="45710" rtlCol="0" anchor="ctr"/>
          <a:lstStyle/>
          <a:p>
            <a:pPr algn="ctr"/>
            <a:endParaRPr lang="sv-SE" b="0" i="0" dirty="0">
              <a:latin typeface="Arial" panose="020B0604020202020204" pitchFamily="34" charset="0"/>
            </a:endParaRPr>
          </a:p>
        </p:txBody>
      </p:sp>
      <p:sp>
        <p:nvSpPr>
          <p:cNvPr id="6" name="Platshållare för text 5"/>
          <p:cNvSpPr>
            <a:spLocks noGrp="1"/>
          </p:cNvSpPr>
          <p:nvPr>
            <p:ph type="body" sz="quarter" idx="10" hasCustomPrompt="1"/>
          </p:nvPr>
        </p:nvSpPr>
        <p:spPr>
          <a:xfrm>
            <a:off x="6426000" y="684000"/>
            <a:ext cx="23114770" cy="3673075"/>
          </a:xfrm>
          <a:prstGeom prst="rect">
            <a:avLst/>
          </a:prstGeom>
        </p:spPr>
        <p:txBody>
          <a:bodyPr lIns="0" tIns="0" rIns="0" bIns="0" anchor="b" anchorCtr="0"/>
          <a:lstStyle>
            <a:lvl1pPr marL="0" marR="0" indent="0" algn="l" defTabSz="4174769" rtl="0" eaLnBrk="1" fontAlgn="auto" latinLnBrk="0" hangingPunct="1">
              <a:lnSpc>
                <a:spcPct val="100000"/>
              </a:lnSpc>
              <a:spcBef>
                <a:spcPts val="0"/>
              </a:spcBef>
              <a:spcAft>
                <a:spcPts val="0"/>
              </a:spcAft>
              <a:buClrTx/>
              <a:buSzTx/>
              <a:buFont typeface="Arial" pitchFamily="34" charset="0"/>
              <a:buNone/>
              <a:tabLst/>
              <a:defRPr sz="9900" b="0" i="0" u="none" baseline="0">
                <a:solidFill>
                  <a:schemeClr val="accent1"/>
                </a:solidFill>
                <a:latin typeface="Times New Roman" panose="02020603050405020304" pitchFamily="18" charset="0"/>
              </a:defRPr>
            </a:lvl1pPr>
          </a:lstStyle>
          <a:p>
            <a:pPr marL="0" marR="0" lvl="0" indent="0" algn="l" defTabSz="4174769" rtl="0" eaLnBrk="1" fontAlgn="auto" latinLnBrk="0" hangingPunct="1">
              <a:lnSpc>
                <a:spcPct val="100000"/>
              </a:lnSpc>
              <a:spcBef>
                <a:spcPts val="0"/>
              </a:spcBef>
              <a:spcAft>
                <a:spcPts val="0"/>
              </a:spcAft>
              <a:buClrTx/>
              <a:buSzTx/>
              <a:buFont typeface="Arial" pitchFamily="34" charset="0"/>
              <a:buNone/>
              <a:tabLst/>
              <a:defRPr/>
            </a:pPr>
            <a:r>
              <a:rPr lang="en-GB" noProof="0" dirty="0"/>
              <a:t>Headline Times New Roman </a:t>
            </a:r>
            <a:br>
              <a:rPr lang="en-GB" noProof="0" dirty="0"/>
            </a:br>
            <a:r>
              <a:rPr lang="en-GB" noProof="0" dirty="0"/>
              <a:t>or Adobe Garamond </a:t>
            </a:r>
            <a:r>
              <a:rPr lang="en-GB" noProof="0" dirty="0" err="1"/>
              <a:t>Semibold</a:t>
            </a:r>
            <a:endParaRPr lang="en-GB" noProof="0" dirty="0"/>
          </a:p>
        </p:txBody>
      </p:sp>
      <p:sp>
        <p:nvSpPr>
          <p:cNvPr id="14" name="Platshållare för bild 9"/>
          <p:cNvSpPr>
            <a:spLocks noGrp="1"/>
          </p:cNvSpPr>
          <p:nvPr>
            <p:ph type="pic" sz="quarter" idx="12" hasCustomPrompt="1"/>
          </p:nvPr>
        </p:nvSpPr>
        <p:spPr>
          <a:xfrm>
            <a:off x="15682659" y="7307963"/>
            <a:ext cx="13212577"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6" name="Platshållare för text 21"/>
          <p:cNvSpPr>
            <a:spLocks noGrp="1"/>
          </p:cNvSpPr>
          <p:nvPr>
            <p:ph type="body" sz="quarter" idx="17" hasCustomPrompt="1"/>
          </p:nvPr>
        </p:nvSpPr>
        <p:spPr>
          <a:xfrm>
            <a:off x="1385316" y="8946001"/>
            <a:ext cx="13212000" cy="5401478"/>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4400" b="0" i="0" baseline="0">
                <a:solidFill>
                  <a:schemeClr val="tx2"/>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Intro text Arial / Frutiger LT Std 55 Roman.</a:t>
            </a:r>
          </a:p>
        </p:txBody>
      </p:sp>
      <p:sp>
        <p:nvSpPr>
          <p:cNvPr id="3" name="Platshållare för text 2"/>
          <p:cNvSpPr>
            <a:spLocks noGrp="1"/>
          </p:cNvSpPr>
          <p:nvPr>
            <p:ph type="body" sz="quarter" idx="19" hasCustomPrompt="1"/>
          </p:nvPr>
        </p:nvSpPr>
        <p:spPr>
          <a:xfrm>
            <a:off x="6426000" y="5004000"/>
            <a:ext cx="23114768" cy="1223963"/>
          </a:xfrm>
          <a:prstGeom prst="rect">
            <a:avLst/>
          </a:prstGeom>
          <a:ln>
            <a:noFill/>
            <a:prstDash val="solid"/>
          </a:ln>
        </p:spPr>
        <p:txBody>
          <a:bodyPr lIns="0" tIns="0" rIns="0" bIns="0" anchor="t" anchorCtr="0"/>
          <a:lstStyle>
            <a:lvl1pPr marL="0" indent="0">
              <a:buNone/>
              <a:defRPr sz="3600" b="1" i="0" cap="all" spc="200" baseline="0">
                <a:solidFill>
                  <a:schemeClr val="accent1"/>
                </a:solidFill>
                <a:latin typeface="Arial" panose="020B0604020202020204" pitchFamily="34" charset="0"/>
                <a:cs typeface="Arial" panose="020B0604020202020204" pitchFamily="34" charset="0"/>
              </a:defRPr>
            </a:lvl1pPr>
          </a:lstStyle>
          <a:p>
            <a:pPr lvl="0"/>
            <a:r>
              <a:rPr lang="en-GB" sz="4000" noProof="0" dirty="0"/>
              <a:t>SUBTITLE – NAMES, AFFILIATIONS ETC – Arial Bold / Frutiger LT Std 65 Bold</a:t>
            </a:r>
          </a:p>
        </p:txBody>
      </p:sp>
      <p:cxnSp>
        <p:nvCxnSpPr>
          <p:cNvPr id="7" name="Rak 6"/>
          <p:cNvCxnSpPr/>
          <p:nvPr userDrawn="1"/>
        </p:nvCxnSpPr>
        <p:spPr>
          <a:xfrm>
            <a:off x="6426194" y="4608000"/>
            <a:ext cx="23114574" cy="0"/>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Platshållare för text 21">
            <a:extLst>
              <a:ext uri="{FF2B5EF4-FFF2-40B4-BE49-F238E27FC236}">
                <a16:creationId xmlns:a16="http://schemas.microsoft.com/office/drawing/2014/main" id="{BA5915EB-D66C-B848-86DA-5D7C88849F1E}"/>
              </a:ext>
            </a:extLst>
          </p:cNvPr>
          <p:cNvSpPr>
            <a:spLocks noGrp="1"/>
          </p:cNvSpPr>
          <p:nvPr>
            <p:ph type="body" sz="quarter" idx="21" hasCustomPrompt="1"/>
          </p:nvPr>
        </p:nvSpPr>
        <p:spPr>
          <a:xfrm>
            <a:off x="1385316" y="16819200"/>
            <a:ext cx="13212000" cy="7131600"/>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2" name="Platshållare för text 21">
            <a:extLst>
              <a:ext uri="{FF2B5EF4-FFF2-40B4-BE49-F238E27FC236}">
                <a16:creationId xmlns:a16="http://schemas.microsoft.com/office/drawing/2014/main" id="{42240B1D-39B5-5148-9229-74ADE831E9C6}"/>
              </a:ext>
            </a:extLst>
          </p:cNvPr>
          <p:cNvSpPr>
            <a:spLocks noGrp="1"/>
          </p:cNvSpPr>
          <p:nvPr>
            <p:ph type="body" sz="quarter" idx="23" hasCustomPrompt="1"/>
          </p:nvPr>
        </p:nvSpPr>
        <p:spPr>
          <a:xfrm>
            <a:off x="1385316" y="35031600"/>
            <a:ext cx="13211425" cy="6300091"/>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4" name="Platshållare för text 21">
            <a:extLst>
              <a:ext uri="{FF2B5EF4-FFF2-40B4-BE49-F238E27FC236}">
                <a16:creationId xmlns:a16="http://schemas.microsoft.com/office/drawing/2014/main" id="{BDF833D3-200F-164E-B9DF-3F95ACC8CFF4}"/>
              </a:ext>
            </a:extLst>
          </p:cNvPr>
          <p:cNvSpPr>
            <a:spLocks noGrp="1"/>
          </p:cNvSpPr>
          <p:nvPr>
            <p:ph type="body" sz="quarter" idx="25" hasCustomPrompt="1"/>
          </p:nvPr>
        </p:nvSpPr>
        <p:spPr>
          <a:xfrm>
            <a:off x="15682661" y="29433600"/>
            <a:ext cx="13212575" cy="716558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5" name="Platshållare för text 4">
            <a:extLst>
              <a:ext uri="{FF2B5EF4-FFF2-40B4-BE49-F238E27FC236}">
                <a16:creationId xmlns:a16="http://schemas.microsoft.com/office/drawing/2014/main" id="{A1E4D9B8-06D3-6347-B8EB-4C602E65D402}"/>
              </a:ext>
            </a:extLst>
          </p:cNvPr>
          <p:cNvSpPr>
            <a:spLocks noGrp="1"/>
          </p:cNvSpPr>
          <p:nvPr>
            <p:ph type="body" sz="quarter" idx="26" hasCustomPrompt="1"/>
          </p:nvPr>
        </p:nvSpPr>
        <p:spPr>
          <a:xfrm>
            <a:off x="15682661" y="27794873"/>
            <a:ext cx="13212575"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27" name="Platshållare för text 21">
            <a:extLst>
              <a:ext uri="{FF2B5EF4-FFF2-40B4-BE49-F238E27FC236}">
                <a16:creationId xmlns:a16="http://schemas.microsoft.com/office/drawing/2014/main" id="{7FB415A9-13C1-F347-8BF1-E1EEF3BAA051}"/>
              </a:ext>
            </a:extLst>
          </p:cNvPr>
          <p:cNvSpPr>
            <a:spLocks noGrp="1"/>
          </p:cNvSpPr>
          <p:nvPr>
            <p:ph type="body" sz="quarter" idx="33" hasCustomPrompt="1"/>
          </p:nvPr>
        </p:nvSpPr>
        <p:spPr>
          <a:xfrm>
            <a:off x="15683236" y="38559600"/>
            <a:ext cx="13212000" cy="2772091"/>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Name, affiliation, faculty, institution, e-mail address, phone etc.</a:t>
            </a:r>
          </a:p>
        </p:txBody>
      </p:sp>
      <p:sp>
        <p:nvSpPr>
          <p:cNvPr id="28" name="Platshållare för text 4">
            <a:extLst>
              <a:ext uri="{FF2B5EF4-FFF2-40B4-BE49-F238E27FC236}">
                <a16:creationId xmlns:a16="http://schemas.microsoft.com/office/drawing/2014/main" id="{767E9D9A-854A-6C44-B933-2CF1B89D8F4C}"/>
              </a:ext>
            </a:extLst>
          </p:cNvPr>
          <p:cNvSpPr>
            <a:spLocks noGrp="1"/>
          </p:cNvSpPr>
          <p:nvPr>
            <p:ph type="body" sz="quarter" idx="34" hasCustomPrompt="1"/>
          </p:nvPr>
        </p:nvSpPr>
        <p:spPr>
          <a:xfrm>
            <a:off x="15683235" y="37317600"/>
            <a:ext cx="13212001" cy="846091"/>
          </a:xfrm>
          <a:prstGeom prst="callout1">
            <a:avLst>
              <a:gd name="adj1" fmla="val 99549"/>
              <a:gd name="adj2" fmla="val 99933"/>
              <a:gd name="adj3" fmla="val 99169"/>
              <a:gd name="adj4" fmla="val -39"/>
            </a:avLst>
          </a:prstGeom>
          <a:ln w="19050">
            <a:solidFill>
              <a:schemeClr val="tx2"/>
            </a:solidFill>
          </a:ln>
        </p:spPr>
        <p:txBody>
          <a:bodyPr wrap="square" lIns="0" tIns="0" rIns="0" bIns="54000">
            <a:spAutoFit/>
          </a:bodyPr>
          <a:lstStyle>
            <a:lvl1pPr marL="0" indent="0">
              <a:lnSpc>
                <a:spcPct val="95000"/>
              </a:lnSpc>
              <a:spcBef>
                <a:spcPts val="0"/>
              </a:spcBef>
              <a:buFontTx/>
              <a:buNone/>
              <a:defRPr sz="5400" b="0" i="0">
                <a:solidFill>
                  <a:schemeClr val="tx2"/>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Contact</a:t>
            </a:r>
          </a:p>
        </p:txBody>
      </p:sp>
      <p:sp>
        <p:nvSpPr>
          <p:cNvPr id="37" name="Platshållare för bild 9">
            <a:extLst>
              <a:ext uri="{FF2B5EF4-FFF2-40B4-BE49-F238E27FC236}">
                <a16:creationId xmlns:a16="http://schemas.microsoft.com/office/drawing/2014/main" id="{30F20F68-684F-F344-886F-48C9DED75849}"/>
              </a:ext>
            </a:extLst>
          </p:cNvPr>
          <p:cNvSpPr>
            <a:spLocks noGrp="1"/>
          </p:cNvSpPr>
          <p:nvPr>
            <p:ph type="pic" sz="quarter" idx="36" hasCustomPrompt="1"/>
          </p:nvPr>
        </p:nvSpPr>
        <p:spPr>
          <a:xfrm>
            <a:off x="15682660" y="17371815"/>
            <a:ext cx="13212576"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5" name="Platshållare för bild 9">
            <a:extLst>
              <a:ext uri="{FF2B5EF4-FFF2-40B4-BE49-F238E27FC236}">
                <a16:creationId xmlns:a16="http://schemas.microsoft.com/office/drawing/2014/main" id="{9B67B89E-84EB-9847-BD7C-A71AA297D95D}"/>
              </a:ext>
            </a:extLst>
          </p:cNvPr>
          <p:cNvSpPr>
            <a:spLocks noGrp="1"/>
          </p:cNvSpPr>
          <p:nvPr>
            <p:ph type="pic" sz="quarter" idx="39" hasCustomPrompt="1"/>
          </p:nvPr>
        </p:nvSpPr>
        <p:spPr>
          <a:xfrm>
            <a:off x="1385888" y="24262531"/>
            <a:ext cx="13211427"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1" name="Platshållare för text 21">
            <a:extLst>
              <a:ext uri="{FF2B5EF4-FFF2-40B4-BE49-F238E27FC236}">
                <a16:creationId xmlns:a16="http://schemas.microsoft.com/office/drawing/2014/main" id="{C4E32119-A415-C444-92D8-9CFFC142A9CB}"/>
              </a:ext>
            </a:extLst>
          </p:cNvPr>
          <p:cNvSpPr>
            <a:spLocks noGrp="1"/>
          </p:cNvSpPr>
          <p:nvPr>
            <p:ph type="body" sz="quarter" idx="40" hasCustomPrompt="1"/>
          </p:nvPr>
        </p:nvSpPr>
        <p:spPr>
          <a:xfrm>
            <a:off x="15682661" y="15990063"/>
            <a:ext cx="13212576"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3" name="Platshållare för text 21">
            <a:extLst>
              <a:ext uri="{FF2B5EF4-FFF2-40B4-BE49-F238E27FC236}">
                <a16:creationId xmlns:a16="http://schemas.microsoft.com/office/drawing/2014/main" id="{20D4F942-3908-684C-BDE5-B5199AF35E63}"/>
              </a:ext>
            </a:extLst>
          </p:cNvPr>
          <p:cNvSpPr>
            <a:spLocks noGrp="1"/>
          </p:cNvSpPr>
          <p:nvPr>
            <p:ph type="body" sz="quarter" idx="41" hasCustomPrompt="1"/>
          </p:nvPr>
        </p:nvSpPr>
        <p:spPr>
          <a:xfrm>
            <a:off x="15682661" y="26039876"/>
            <a:ext cx="13212575"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4" name="Platshållare för text 21">
            <a:extLst>
              <a:ext uri="{FF2B5EF4-FFF2-40B4-BE49-F238E27FC236}">
                <a16:creationId xmlns:a16="http://schemas.microsoft.com/office/drawing/2014/main" id="{E4BE38B9-AFAA-0D4E-9B04-50C20C40A753}"/>
              </a:ext>
            </a:extLst>
          </p:cNvPr>
          <p:cNvSpPr>
            <a:spLocks noGrp="1"/>
          </p:cNvSpPr>
          <p:nvPr>
            <p:ph type="body" sz="quarter" idx="42" hasCustomPrompt="1"/>
          </p:nvPr>
        </p:nvSpPr>
        <p:spPr>
          <a:xfrm>
            <a:off x="1385889" y="31677089"/>
            <a:ext cx="13211425"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36" name="Platshållare för text 4">
            <a:extLst>
              <a:ext uri="{FF2B5EF4-FFF2-40B4-BE49-F238E27FC236}">
                <a16:creationId xmlns:a16="http://schemas.microsoft.com/office/drawing/2014/main" id="{4752EB89-EC07-8F4A-9E17-AD0124A87153}"/>
              </a:ext>
            </a:extLst>
          </p:cNvPr>
          <p:cNvSpPr>
            <a:spLocks noGrp="1"/>
          </p:cNvSpPr>
          <p:nvPr>
            <p:ph type="body" sz="quarter" idx="44" hasCustomPrompt="1"/>
          </p:nvPr>
        </p:nvSpPr>
        <p:spPr>
          <a:xfrm>
            <a:off x="1385317" y="7306463"/>
            <a:ext cx="13212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Conclusion</a:t>
            </a:r>
          </a:p>
        </p:txBody>
      </p:sp>
      <p:sp>
        <p:nvSpPr>
          <p:cNvPr id="38" name="Platshållare för text 4">
            <a:extLst>
              <a:ext uri="{FF2B5EF4-FFF2-40B4-BE49-F238E27FC236}">
                <a16:creationId xmlns:a16="http://schemas.microsoft.com/office/drawing/2014/main" id="{D9EEA958-B7C5-EB41-B071-687DA7F4C848}"/>
              </a:ext>
            </a:extLst>
          </p:cNvPr>
          <p:cNvSpPr>
            <a:spLocks noGrp="1"/>
          </p:cNvSpPr>
          <p:nvPr>
            <p:ph type="body" sz="quarter" idx="45" hasCustomPrompt="1"/>
          </p:nvPr>
        </p:nvSpPr>
        <p:spPr>
          <a:xfrm>
            <a:off x="1385316" y="15180655"/>
            <a:ext cx="13212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39" name="Platshållare för text 4">
            <a:extLst>
              <a:ext uri="{FF2B5EF4-FFF2-40B4-BE49-F238E27FC236}">
                <a16:creationId xmlns:a16="http://schemas.microsoft.com/office/drawing/2014/main" id="{F9367FCA-6E65-BB4D-9391-8A428B0DAA15}"/>
              </a:ext>
            </a:extLst>
          </p:cNvPr>
          <p:cNvSpPr>
            <a:spLocks noGrp="1"/>
          </p:cNvSpPr>
          <p:nvPr>
            <p:ph type="body" sz="quarter" idx="46" hasCustomPrompt="1"/>
          </p:nvPr>
        </p:nvSpPr>
        <p:spPr>
          <a:xfrm>
            <a:off x="1385316" y="33391926"/>
            <a:ext cx="13211425"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Tree>
    <p:extLst>
      <p:ext uri="{BB962C8B-B14F-4D97-AF65-F5344CB8AC3E}">
        <p14:creationId xmlns:p14="http://schemas.microsoft.com/office/powerpoint/2010/main" val="2379578119"/>
      </p:ext>
    </p:extLst>
  </p:cSld>
  <p:clrMapOvr>
    <a:masterClrMapping/>
  </p:clrMapOvr>
  <p:extLst>
    <p:ext uri="{DCECCB84-F9BA-43D5-87BE-67443E8EF086}">
      <p15:sldGuideLst xmlns:p15="http://schemas.microsoft.com/office/powerpoint/2012/main">
        <p15:guide id="1" orient="horz" pos="345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een asymmetrical">
    <p:spTree>
      <p:nvGrpSpPr>
        <p:cNvPr id="1" name=""/>
        <p:cNvGrpSpPr/>
        <p:nvPr/>
      </p:nvGrpSpPr>
      <p:grpSpPr>
        <a:xfrm>
          <a:off x="0" y="0"/>
          <a:ext cx="0" cy="0"/>
          <a:chOff x="0" y="0"/>
          <a:chExt cx="0" cy="0"/>
        </a:xfrm>
      </p:grpSpPr>
      <p:sp>
        <p:nvSpPr>
          <p:cNvPr id="31" name="Rektangel 30">
            <a:extLst>
              <a:ext uri="{FF2B5EF4-FFF2-40B4-BE49-F238E27FC236}">
                <a16:creationId xmlns:a16="http://schemas.microsoft.com/office/drawing/2014/main" id="{3F57CE79-7885-6A43-A71F-323C7AE91C61}"/>
              </a:ext>
            </a:extLst>
          </p:cNvPr>
          <p:cNvSpPr/>
          <p:nvPr userDrawn="1"/>
        </p:nvSpPr>
        <p:spPr>
          <a:xfrm>
            <a:off x="539999" y="6498606"/>
            <a:ext cx="29196000" cy="35748000"/>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0" rIns="91423" bIns="45710" rtlCol="0" anchor="ctr"/>
          <a:lstStyle/>
          <a:p>
            <a:pPr algn="ctr"/>
            <a:endParaRPr lang="sv-SE" b="0" i="0" dirty="0">
              <a:latin typeface="Arial" panose="020B0604020202020204" pitchFamily="34" charset="0"/>
            </a:endParaRPr>
          </a:p>
        </p:txBody>
      </p:sp>
      <p:sp>
        <p:nvSpPr>
          <p:cNvPr id="6" name="Platshållare för text 5"/>
          <p:cNvSpPr>
            <a:spLocks noGrp="1"/>
          </p:cNvSpPr>
          <p:nvPr>
            <p:ph type="body" sz="quarter" idx="10" hasCustomPrompt="1"/>
          </p:nvPr>
        </p:nvSpPr>
        <p:spPr>
          <a:xfrm>
            <a:off x="6426000" y="684000"/>
            <a:ext cx="23114770" cy="3673075"/>
          </a:xfrm>
          <a:prstGeom prst="rect">
            <a:avLst/>
          </a:prstGeom>
        </p:spPr>
        <p:txBody>
          <a:bodyPr lIns="0" tIns="0" rIns="0" bIns="0" anchor="b" anchorCtr="0"/>
          <a:lstStyle>
            <a:lvl1pPr marL="0" marR="0" indent="0" algn="l" defTabSz="4174769" rtl="0" eaLnBrk="1" fontAlgn="auto" latinLnBrk="0" hangingPunct="1">
              <a:lnSpc>
                <a:spcPct val="100000"/>
              </a:lnSpc>
              <a:spcBef>
                <a:spcPts val="0"/>
              </a:spcBef>
              <a:spcAft>
                <a:spcPts val="0"/>
              </a:spcAft>
              <a:buClrTx/>
              <a:buSzTx/>
              <a:buFont typeface="Arial" pitchFamily="34" charset="0"/>
              <a:buNone/>
              <a:tabLst/>
              <a:defRPr sz="9900" b="0" i="0" u="none" baseline="0">
                <a:solidFill>
                  <a:schemeClr val="accent1"/>
                </a:solidFill>
                <a:latin typeface="Times New Roman" panose="02020603050405020304" pitchFamily="18" charset="0"/>
              </a:defRPr>
            </a:lvl1pPr>
          </a:lstStyle>
          <a:p>
            <a:pPr marL="0" marR="0" lvl="0" indent="0" algn="l" defTabSz="4174769" rtl="0" eaLnBrk="1" fontAlgn="auto" latinLnBrk="0" hangingPunct="1">
              <a:lnSpc>
                <a:spcPct val="100000"/>
              </a:lnSpc>
              <a:spcBef>
                <a:spcPts val="0"/>
              </a:spcBef>
              <a:spcAft>
                <a:spcPts val="0"/>
              </a:spcAft>
              <a:buClrTx/>
              <a:buSzTx/>
              <a:buFont typeface="Arial" pitchFamily="34" charset="0"/>
              <a:buNone/>
              <a:tabLst/>
              <a:defRPr/>
            </a:pPr>
            <a:r>
              <a:rPr lang="en-GB" noProof="0" dirty="0"/>
              <a:t>Headline Times New Roman </a:t>
            </a:r>
            <a:br>
              <a:rPr lang="en-GB" noProof="0" dirty="0"/>
            </a:br>
            <a:r>
              <a:rPr lang="en-GB" noProof="0" dirty="0"/>
              <a:t>or Adobe Garamond </a:t>
            </a:r>
            <a:r>
              <a:rPr lang="en-GB" noProof="0" dirty="0" err="1"/>
              <a:t>Semibold</a:t>
            </a:r>
            <a:endParaRPr lang="en-GB" noProof="0" dirty="0"/>
          </a:p>
        </p:txBody>
      </p:sp>
      <p:sp>
        <p:nvSpPr>
          <p:cNvPr id="14" name="Platshållare för bild 9"/>
          <p:cNvSpPr>
            <a:spLocks noGrp="1"/>
          </p:cNvSpPr>
          <p:nvPr>
            <p:ph type="pic" sz="quarter" idx="12" hasCustomPrompt="1"/>
          </p:nvPr>
        </p:nvSpPr>
        <p:spPr>
          <a:xfrm>
            <a:off x="17948305" y="7307963"/>
            <a:ext cx="10872000"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6" name="Platshållare för text 21"/>
          <p:cNvSpPr>
            <a:spLocks noGrp="1"/>
          </p:cNvSpPr>
          <p:nvPr>
            <p:ph type="body" sz="quarter" idx="17" hasCustomPrompt="1"/>
          </p:nvPr>
        </p:nvSpPr>
        <p:spPr>
          <a:xfrm>
            <a:off x="1385316" y="8946001"/>
            <a:ext cx="15480000" cy="5401478"/>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4400" b="0" i="0" baseline="0">
                <a:solidFill>
                  <a:schemeClr val="tx2"/>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Intro text Arial / Frutiger LT Std 55 Roman.</a:t>
            </a:r>
          </a:p>
        </p:txBody>
      </p:sp>
      <p:sp>
        <p:nvSpPr>
          <p:cNvPr id="3" name="Platshållare för text 2"/>
          <p:cNvSpPr>
            <a:spLocks noGrp="1"/>
          </p:cNvSpPr>
          <p:nvPr>
            <p:ph type="body" sz="quarter" idx="19" hasCustomPrompt="1"/>
          </p:nvPr>
        </p:nvSpPr>
        <p:spPr>
          <a:xfrm>
            <a:off x="6426000" y="5004000"/>
            <a:ext cx="23114768" cy="1223963"/>
          </a:xfrm>
          <a:prstGeom prst="rect">
            <a:avLst/>
          </a:prstGeom>
          <a:ln>
            <a:noFill/>
            <a:prstDash val="solid"/>
          </a:ln>
        </p:spPr>
        <p:txBody>
          <a:bodyPr lIns="0" tIns="0" rIns="0" bIns="0" anchor="t" anchorCtr="0"/>
          <a:lstStyle>
            <a:lvl1pPr marL="0" indent="0">
              <a:buNone/>
              <a:defRPr sz="3600" b="1" i="0" cap="all" spc="200" baseline="0">
                <a:solidFill>
                  <a:schemeClr val="accent1"/>
                </a:solidFill>
                <a:latin typeface="Arial" panose="020B0604020202020204" pitchFamily="34" charset="0"/>
                <a:cs typeface="Arial" panose="020B0604020202020204" pitchFamily="34" charset="0"/>
              </a:defRPr>
            </a:lvl1pPr>
          </a:lstStyle>
          <a:p>
            <a:pPr lvl="0"/>
            <a:r>
              <a:rPr lang="en-GB" sz="4000" noProof="0" dirty="0"/>
              <a:t>SUBTITLE – NAMES, AFFILIATIONS ETC – Arial Bold / Frutiger LT Std 65 Bold</a:t>
            </a:r>
            <a:endParaRPr lang="en-GB" noProof="0" dirty="0"/>
          </a:p>
        </p:txBody>
      </p:sp>
      <p:cxnSp>
        <p:nvCxnSpPr>
          <p:cNvPr id="7" name="Rak 6"/>
          <p:cNvCxnSpPr/>
          <p:nvPr userDrawn="1"/>
        </p:nvCxnSpPr>
        <p:spPr>
          <a:xfrm>
            <a:off x="6426194" y="4608000"/>
            <a:ext cx="23114574" cy="0"/>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Platshållare för text 21">
            <a:extLst>
              <a:ext uri="{FF2B5EF4-FFF2-40B4-BE49-F238E27FC236}">
                <a16:creationId xmlns:a16="http://schemas.microsoft.com/office/drawing/2014/main" id="{BA5915EB-D66C-B848-86DA-5D7C88849F1E}"/>
              </a:ext>
            </a:extLst>
          </p:cNvPr>
          <p:cNvSpPr>
            <a:spLocks noGrp="1"/>
          </p:cNvSpPr>
          <p:nvPr>
            <p:ph type="body" sz="quarter" idx="21" hasCustomPrompt="1"/>
          </p:nvPr>
        </p:nvSpPr>
        <p:spPr>
          <a:xfrm>
            <a:off x="1385316" y="16819200"/>
            <a:ext cx="15480000" cy="7131600"/>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2" name="Platshållare för text 21">
            <a:extLst>
              <a:ext uri="{FF2B5EF4-FFF2-40B4-BE49-F238E27FC236}">
                <a16:creationId xmlns:a16="http://schemas.microsoft.com/office/drawing/2014/main" id="{42240B1D-39B5-5148-9229-74ADE831E9C6}"/>
              </a:ext>
            </a:extLst>
          </p:cNvPr>
          <p:cNvSpPr>
            <a:spLocks noGrp="1"/>
          </p:cNvSpPr>
          <p:nvPr>
            <p:ph type="body" sz="quarter" idx="23" hasCustomPrompt="1"/>
          </p:nvPr>
        </p:nvSpPr>
        <p:spPr>
          <a:xfrm>
            <a:off x="1385316" y="35031600"/>
            <a:ext cx="15480000" cy="6300091"/>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4" name="Platshållare för text 21">
            <a:extLst>
              <a:ext uri="{FF2B5EF4-FFF2-40B4-BE49-F238E27FC236}">
                <a16:creationId xmlns:a16="http://schemas.microsoft.com/office/drawing/2014/main" id="{BDF833D3-200F-164E-B9DF-3F95ACC8CFF4}"/>
              </a:ext>
            </a:extLst>
          </p:cNvPr>
          <p:cNvSpPr>
            <a:spLocks noGrp="1"/>
          </p:cNvSpPr>
          <p:nvPr>
            <p:ph type="body" sz="quarter" idx="25" hasCustomPrompt="1"/>
          </p:nvPr>
        </p:nvSpPr>
        <p:spPr>
          <a:xfrm>
            <a:off x="17944745" y="29433600"/>
            <a:ext cx="10872000" cy="716558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5" name="Platshållare för text 4">
            <a:extLst>
              <a:ext uri="{FF2B5EF4-FFF2-40B4-BE49-F238E27FC236}">
                <a16:creationId xmlns:a16="http://schemas.microsoft.com/office/drawing/2014/main" id="{A1E4D9B8-06D3-6347-B8EB-4C602E65D402}"/>
              </a:ext>
            </a:extLst>
          </p:cNvPr>
          <p:cNvSpPr>
            <a:spLocks noGrp="1"/>
          </p:cNvSpPr>
          <p:nvPr>
            <p:ph type="body" sz="quarter" idx="26" hasCustomPrompt="1"/>
          </p:nvPr>
        </p:nvSpPr>
        <p:spPr>
          <a:xfrm>
            <a:off x="17945889" y="27794873"/>
            <a:ext cx="10871999" cy="1098753"/>
          </a:xfrm>
          <a:prstGeom prst="callout1">
            <a:avLst>
              <a:gd name="adj1" fmla="val 100083"/>
              <a:gd name="adj2" fmla="val 99920"/>
              <a:gd name="adj3" fmla="val 99878"/>
              <a:gd name="adj4" fmla="val 33"/>
            </a:avLst>
          </a:prstGeom>
          <a:ln w="28575">
            <a:solidFill>
              <a:schemeClr val="accent1"/>
            </a:solidFill>
          </a:ln>
        </p:spPr>
        <p:txBody>
          <a:bodyPr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27" name="Platshållare för text 21">
            <a:extLst>
              <a:ext uri="{FF2B5EF4-FFF2-40B4-BE49-F238E27FC236}">
                <a16:creationId xmlns:a16="http://schemas.microsoft.com/office/drawing/2014/main" id="{7FB415A9-13C1-F347-8BF1-E1EEF3BAA051}"/>
              </a:ext>
            </a:extLst>
          </p:cNvPr>
          <p:cNvSpPr>
            <a:spLocks noGrp="1"/>
          </p:cNvSpPr>
          <p:nvPr>
            <p:ph type="body" sz="quarter" idx="33" hasCustomPrompt="1"/>
          </p:nvPr>
        </p:nvSpPr>
        <p:spPr>
          <a:xfrm>
            <a:off x="17943538" y="38559600"/>
            <a:ext cx="10873207" cy="2772091"/>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Name, affiliation, faculty, institution, e-mail address, phone etc.</a:t>
            </a:r>
          </a:p>
        </p:txBody>
      </p:sp>
      <p:sp>
        <p:nvSpPr>
          <p:cNvPr id="28" name="Platshållare för text 4">
            <a:extLst>
              <a:ext uri="{FF2B5EF4-FFF2-40B4-BE49-F238E27FC236}">
                <a16:creationId xmlns:a16="http://schemas.microsoft.com/office/drawing/2014/main" id="{767E9D9A-854A-6C44-B933-2CF1B89D8F4C}"/>
              </a:ext>
            </a:extLst>
          </p:cNvPr>
          <p:cNvSpPr>
            <a:spLocks noGrp="1"/>
          </p:cNvSpPr>
          <p:nvPr>
            <p:ph type="body" sz="quarter" idx="34" hasCustomPrompt="1"/>
          </p:nvPr>
        </p:nvSpPr>
        <p:spPr>
          <a:xfrm>
            <a:off x="17945889" y="37317600"/>
            <a:ext cx="10873207" cy="846091"/>
          </a:xfrm>
          <a:prstGeom prst="callout1">
            <a:avLst>
              <a:gd name="adj1" fmla="val 99549"/>
              <a:gd name="adj2" fmla="val 99933"/>
              <a:gd name="adj3" fmla="val 99169"/>
              <a:gd name="adj4" fmla="val -39"/>
            </a:avLst>
          </a:prstGeom>
          <a:ln w="19050">
            <a:solidFill>
              <a:schemeClr val="tx2"/>
            </a:solidFill>
          </a:ln>
        </p:spPr>
        <p:txBody>
          <a:bodyPr lIns="0" tIns="0" rIns="0" bIns="54000">
            <a:spAutoFit/>
          </a:bodyPr>
          <a:lstStyle>
            <a:lvl1pPr marL="0" indent="0">
              <a:lnSpc>
                <a:spcPct val="95000"/>
              </a:lnSpc>
              <a:spcBef>
                <a:spcPts val="0"/>
              </a:spcBef>
              <a:buFontTx/>
              <a:buNone/>
              <a:defRPr sz="5400" b="0" i="0">
                <a:solidFill>
                  <a:schemeClr val="tx2"/>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Contact</a:t>
            </a:r>
          </a:p>
        </p:txBody>
      </p:sp>
      <p:sp>
        <p:nvSpPr>
          <p:cNvPr id="37" name="Platshållare för bild 9">
            <a:extLst>
              <a:ext uri="{FF2B5EF4-FFF2-40B4-BE49-F238E27FC236}">
                <a16:creationId xmlns:a16="http://schemas.microsoft.com/office/drawing/2014/main" id="{30F20F68-684F-F344-886F-48C9DED75849}"/>
              </a:ext>
            </a:extLst>
          </p:cNvPr>
          <p:cNvSpPr>
            <a:spLocks noGrp="1"/>
          </p:cNvSpPr>
          <p:nvPr>
            <p:ph type="pic" sz="quarter" idx="36" hasCustomPrompt="1"/>
          </p:nvPr>
        </p:nvSpPr>
        <p:spPr>
          <a:xfrm>
            <a:off x="17948304" y="17371815"/>
            <a:ext cx="10872000"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2" name="Platshållare för bild 9">
            <a:extLst>
              <a:ext uri="{FF2B5EF4-FFF2-40B4-BE49-F238E27FC236}">
                <a16:creationId xmlns:a16="http://schemas.microsoft.com/office/drawing/2014/main" id="{86D5C2AC-689A-BA48-88AD-47A63B16E39D}"/>
              </a:ext>
            </a:extLst>
          </p:cNvPr>
          <p:cNvSpPr>
            <a:spLocks noGrp="1"/>
          </p:cNvSpPr>
          <p:nvPr>
            <p:ph type="pic" sz="quarter" idx="38" hasCustomPrompt="1"/>
          </p:nvPr>
        </p:nvSpPr>
        <p:spPr>
          <a:xfrm>
            <a:off x="9306460" y="24262531"/>
            <a:ext cx="7560000"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5" name="Platshållare för bild 9">
            <a:extLst>
              <a:ext uri="{FF2B5EF4-FFF2-40B4-BE49-F238E27FC236}">
                <a16:creationId xmlns:a16="http://schemas.microsoft.com/office/drawing/2014/main" id="{9B67B89E-84EB-9847-BD7C-A71AA297D95D}"/>
              </a:ext>
            </a:extLst>
          </p:cNvPr>
          <p:cNvSpPr>
            <a:spLocks noGrp="1"/>
          </p:cNvSpPr>
          <p:nvPr>
            <p:ph type="pic" sz="quarter" idx="39" hasCustomPrompt="1"/>
          </p:nvPr>
        </p:nvSpPr>
        <p:spPr>
          <a:xfrm>
            <a:off x="1385889" y="24262531"/>
            <a:ext cx="7560000"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1" name="Platshållare för text 21">
            <a:extLst>
              <a:ext uri="{FF2B5EF4-FFF2-40B4-BE49-F238E27FC236}">
                <a16:creationId xmlns:a16="http://schemas.microsoft.com/office/drawing/2014/main" id="{C4E32119-A415-C444-92D8-9CFFC142A9CB}"/>
              </a:ext>
            </a:extLst>
          </p:cNvPr>
          <p:cNvSpPr>
            <a:spLocks noGrp="1"/>
          </p:cNvSpPr>
          <p:nvPr>
            <p:ph type="body" sz="quarter" idx="40" hasCustomPrompt="1"/>
          </p:nvPr>
        </p:nvSpPr>
        <p:spPr>
          <a:xfrm>
            <a:off x="17945889" y="15990063"/>
            <a:ext cx="10873207"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3" name="Platshållare för text 21">
            <a:extLst>
              <a:ext uri="{FF2B5EF4-FFF2-40B4-BE49-F238E27FC236}">
                <a16:creationId xmlns:a16="http://schemas.microsoft.com/office/drawing/2014/main" id="{20D4F942-3908-684C-BDE5-B5199AF35E63}"/>
              </a:ext>
            </a:extLst>
          </p:cNvPr>
          <p:cNvSpPr>
            <a:spLocks noGrp="1"/>
          </p:cNvSpPr>
          <p:nvPr>
            <p:ph type="body" sz="quarter" idx="41" hasCustomPrompt="1"/>
          </p:nvPr>
        </p:nvSpPr>
        <p:spPr>
          <a:xfrm>
            <a:off x="17945888" y="26039876"/>
            <a:ext cx="10873207"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4" name="Platshållare för text 21">
            <a:extLst>
              <a:ext uri="{FF2B5EF4-FFF2-40B4-BE49-F238E27FC236}">
                <a16:creationId xmlns:a16="http://schemas.microsoft.com/office/drawing/2014/main" id="{E4BE38B9-AFAA-0D4E-9B04-50C20C40A753}"/>
              </a:ext>
            </a:extLst>
          </p:cNvPr>
          <p:cNvSpPr>
            <a:spLocks noGrp="1"/>
          </p:cNvSpPr>
          <p:nvPr>
            <p:ph type="body" sz="quarter" idx="42" hasCustomPrompt="1"/>
          </p:nvPr>
        </p:nvSpPr>
        <p:spPr>
          <a:xfrm>
            <a:off x="1385890" y="31677089"/>
            <a:ext cx="7560000"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9" name="Platshållare för text 21">
            <a:extLst>
              <a:ext uri="{FF2B5EF4-FFF2-40B4-BE49-F238E27FC236}">
                <a16:creationId xmlns:a16="http://schemas.microsoft.com/office/drawing/2014/main" id="{07AFEBAF-E313-284D-A930-C8970911BAA2}"/>
              </a:ext>
            </a:extLst>
          </p:cNvPr>
          <p:cNvSpPr>
            <a:spLocks noGrp="1"/>
          </p:cNvSpPr>
          <p:nvPr>
            <p:ph type="body" sz="quarter" idx="43" hasCustomPrompt="1"/>
          </p:nvPr>
        </p:nvSpPr>
        <p:spPr>
          <a:xfrm>
            <a:off x="9306460" y="31677089"/>
            <a:ext cx="7560000"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36" name="Platshållare för text 4">
            <a:extLst>
              <a:ext uri="{FF2B5EF4-FFF2-40B4-BE49-F238E27FC236}">
                <a16:creationId xmlns:a16="http://schemas.microsoft.com/office/drawing/2014/main" id="{4752EB89-EC07-8F4A-9E17-AD0124A87153}"/>
              </a:ext>
            </a:extLst>
          </p:cNvPr>
          <p:cNvSpPr>
            <a:spLocks noGrp="1"/>
          </p:cNvSpPr>
          <p:nvPr>
            <p:ph type="body" sz="quarter" idx="44" hasCustomPrompt="1"/>
          </p:nvPr>
        </p:nvSpPr>
        <p:spPr>
          <a:xfrm>
            <a:off x="1385317" y="7306463"/>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Conclusion</a:t>
            </a:r>
          </a:p>
        </p:txBody>
      </p:sp>
      <p:sp>
        <p:nvSpPr>
          <p:cNvPr id="38" name="Platshållare för text 4">
            <a:extLst>
              <a:ext uri="{FF2B5EF4-FFF2-40B4-BE49-F238E27FC236}">
                <a16:creationId xmlns:a16="http://schemas.microsoft.com/office/drawing/2014/main" id="{D9EEA958-B7C5-EB41-B071-687DA7F4C848}"/>
              </a:ext>
            </a:extLst>
          </p:cNvPr>
          <p:cNvSpPr>
            <a:spLocks noGrp="1"/>
          </p:cNvSpPr>
          <p:nvPr>
            <p:ph type="body" sz="quarter" idx="45" hasCustomPrompt="1"/>
          </p:nvPr>
        </p:nvSpPr>
        <p:spPr>
          <a:xfrm>
            <a:off x="1385316" y="15180655"/>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39" name="Platshållare för text 4">
            <a:extLst>
              <a:ext uri="{FF2B5EF4-FFF2-40B4-BE49-F238E27FC236}">
                <a16:creationId xmlns:a16="http://schemas.microsoft.com/office/drawing/2014/main" id="{F9367FCA-6E65-BB4D-9391-8A428B0DAA15}"/>
              </a:ext>
            </a:extLst>
          </p:cNvPr>
          <p:cNvSpPr>
            <a:spLocks noGrp="1"/>
          </p:cNvSpPr>
          <p:nvPr>
            <p:ph type="body" sz="quarter" idx="46" hasCustomPrompt="1"/>
          </p:nvPr>
        </p:nvSpPr>
        <p:spPr>
          <a:xfrm>
            <a:off x="1385316" y="33391926"/>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Tree>
    <p:extLst>
      <p:ext uri="{BB962C8B-B14F-4D97-AF65-F5344CB8AC3E}">
        <p14:creationId xmlns:p14="http://schemas.microsoft.com/office/powerpoint/2010/main" val="3482874531"/>
      </p:ext>
    </p:extLst>
  </p:cSld>
  <p:clrMapOvr>
    <a:masterClrMapping/>
  </p:clrMapOvr>
  <p:extLst>
    <p:ext uri="{DCECCB84-F9BA-43D5-87BE-67443E8EF086}">
      <p15:sldGuideLst xmlns:p15="http://schemas.microsoft.com/office/powerpoint/2012/main">
        <p15:guide id="1" orient="horz" pos="345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een symmetrical">
    <p:spTree>
      <p:nvGrpSpPr>
        <p:cNvPr id="1" name=""/>
        <p:cNvGrpSpPr/>
        <p:nvPr/>
      </p:nvGrpSpPr>
      <p:grpSpPr>
        <a:xfrm>
          <a:off x="0" y="0"/>
          <a:ext cx="0" cy="0"/>
          <a:chOff x="0" y="0"/>
          <a:chExt cx="0" cy="0"/>
        </a:xfrm>
      </p:grpSpPr>
      <p:sp>
        <p:nvSpPr>
          <p:cNvPr id="31" name="Rektangel 30">
            <a:extLst>
              <a:ext uri="{FF2B5EF4-FFF2-40B4-BE49-F238E27FC236}">
                <a16:creationId xmlns:a16="http://schemas.microsoft.com/office/drawing/2014/main" id="{3F57CE79-7885-6A43-A71F-323C7AE91C61}"/>
              </a:ext>
            </a:extLst>
          </p:cNvPr>
          <p:cNvSpPr/>
          <p:nvPr userDrawn="1"/>
        </p:nvSpPr>
        <p:spPr>
          <a:xfrm>
            <a:off x="539999" y="6498606"/>
            <a:ext cx="29196000" cy="35748000"/>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3" tIns="45710" rIns="91423" bIns="45710" rtlCol="0" anchor="ctr"/>
          <a:lstStyle/>
          <a:p>
            <a:pPr algn="ctr"/>
            <a:endParaRPr lang="sv-SE" b="0" i="0" dirty="0">
              <a:latin typeface="Arial" panose="020B0604020202020204" pitchFamily="34" charset="0"/>
            </a:endParaRPr>
          </a:p>
        </p:txBody>
      </p:sp>
      <p:sp>
        <p:nvSpPr>
          <p:cNvPr id="6" name="Platshållare för text 5"/>
          <p:cNvSpPr>
            <a:spLocks noGrp="1"/>
          </p:cNvSpPr>
          <p:nvPr>
            <p:ph type="body" sz="quarter" idx="10" hasCustomPrompt="1"/>
          </p:nvPr>
        </p:nvSpPr>
        <p:spPr>
          <a:xfrm>
            <a:off x="6426000" y="684000"/>
            <a:ext cx="23114770" cy="3673075"/>
          </a:xfrm>
          <a:prstGeom prst="rect">
            <a:avLst/>
          </a:prstGeom>
        </p:spPr>
        <p:txBody>
          <a:bodyPr lIns="0" tIns="0" rIns="0" bIns="0" anchor="b" anchorCtr="0"/>
          <a:lstStyle>
            <a:lvl1pPr marL="0" marR="0" indent="0" algn="l" defTabSz="4174769" rtl="0" eaLnBrk="1" fontAlgn="auto" latinLnBrk="0" hangingPunct="1">
              <a:lnSpc>
                <a:spcPct val="100000"/>
              </a:lnSpc>
              <a:spcBef>
                <a:spcPts val="0"/>
              </a:spcBef>
              <a:spcAft>
                <a:spcPts val="0"/>
              </a:spcAft>
              <a:buClrTx/>
              <a:buSzTx/>
              <a:buFont typeface="Arial" pitchFamily="34" charset="0"/>
              <a:buNone/>
              <a:tabLst/>
              <a:defRPr sz="9900" b="0" i="0" u="none" baseline="0">
                <a:solidFill>
                  <a:schemeClr val="accent1"/>
                </a:solidFill>
                <a:latin typeface="Times New Roman" panose="02020603050405020304" pitchFamily="18" charset="0"/>
              </a:defRPr>
            </a:lvl1pPr>
          </a:lstStyle>
          <a:p>
            <a:pPr marL="0" marR="0" lvl="0" indent="0" algn="l" defTabSz="4174769" rtl="0" eaLnBrk="1" fontAlgn="auto" latinLnBrk="0" hangingPunct="1">
              <a:lnSpc>
                <a:spcPct val="100000"/>
              </a:lnSpc>
              <a:spcBef>
                <a:spcPts val="0"/>
              </a:spcBef>
              <a:spcAft>
                <a:spcPts val="0"/>
              </a:spcAft>
              <a:buClrTx/>
              <a:buSzTx/>
              <a:buFont typeface="Arial" pitchFamily="34" charset="0"/>
              <a:buNone/>
              <a:tabLst/>
              <a:defRPr/>
            </a:pPr>
            <a:r>
              <a:rPr lang="en-GB" noProof="0" dirty="0"/>
              <a:t>Headline Times New Roman </a:t>
            </a:r>
            <a:br>
              <a:rPr lang="en-GB" noProof="0" dirty="0"/>
            </a:br>
            <a:r>
              <a:rPr lang="en-GB" noProof="0" dirty="0"/>
              <a:t>or Adobe Garamond </a:t>
            </a:r>
            <a:r>
              <a:rPr lang="en-GB" noProof="0" dirty="0" err="1"/>
              <a:t>Semibold</a:t>
            </a:r>
            <a:endParaRPr lang="en-GB" noProof="0" dirty="0"/>
          </a:p>
        </p:txBody>
      </p:sp>
      <p:sp>
        <p:nvSpPr>
          <p:cNvPr id="14" name="Platshållare för bild 9"/>
          <p:cNvSpPr>
            <a:spLocks noGrp="1"/>
          </p:cNvSpPr>
          <p:nvPr>
            <p:ph type="pic" sz="quarter" idx="12" hasCustomPrompt="1"/>
          </p:nvPr>
        </p:nvSpPr>
        <p:spPr>
          <a:xfrm>
            <a:off x="15682659" y="7307963"/>
            <a:ext cx="13212577"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6" name="Platshållare för text 21"/>
          <p:cNvSpPr>
            <a:spLocks noGrp="1"/>
          </p:cNvSpPr>
          <p:nvPr>
            <p:ph type="body" sz="quarter" idx="17" hasCustomPrompt="1"/>
          </p:nvPr>
        </p:nvSpPr>
        <p:spPr>
          <a:xfrm>
            <a:off x="1385316" y="8946001"/>
            <a:ext cx="13212000" cy="5401478"/>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4400" b="0" i="0" baseline="0">
                <a:solidFill>
                  <a:schemeClr val="tx2"/>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Intro text Arial / Frutiger LT Std 55 Roman.</a:t>
            </a:r>
          </a:p>
        </p:txBody>
      </p:sp>
      <p:sp>
        <p:nvSpPr>
          <p:cNvPr id="3" name="Platshållare för text 2"/>
          <p:cNvSpPr>
            <a:spLocks noGrp="1"/>
          </p:cNvSpPr>
          <p:nvPr>
            <p:ph type="body" sz="quarter" idx="19" hasCustomPrompt="1"/>
          </p:nvPr>
        </p:nvSpPr>
        <p:spPr>
          <a:xfrm>
            <a:off x="6426000" y="5004000"/>
            <a:ext cx="23114768" cy="1223963"/>
          </a:xfrm>
          <a:prstGeom prst="rect">
            <a:avLst/>
          </a:prstGeom>
          <a:ln>
            <a:noFill/>
            <a:prstDash val="solid"/>
          </a:ln>
        </p:spPr>
        <p:txBody>
          <a:bodyPr lIns="0" tIns="0" rIns="0" bIns="0" anchor="t" anchorCtr="0"/>
          <a:lstStyle>
            <a:lvl1pPr marL="0" indent="0">
              <a:buNone/>
              <a:defRPr sz="3600" b="1" i="0" cap="all" spc="200" baseline="0">
                <a:solidFill>
                  <a:schemeClr val="accent1"/>
                </a:solidFill>
                <a:latin typeface="Arial" panose="020B0604020202020204" pitchFamily="34" charset="0"/>
                <a:cs typeface="Arial" panose="020B0604020202020204" pitchFamily="34" charset="0"/>
              </a:defRPr>
            </a:lvl1pPr>
          </a:lstStyle>
          <a:p>
            <a:pPr lvl="0"/>
            <a:r>
              <a:rPr lang="en-GB" sz="4000" noProof="0" dirty="0"/>
              <a:t>SUBTITLE – NAMES, AFFILIATIONS ETC – Arial Bold / Frutiger LT Std 65 Bold</a:t>
            </a:r>
          </a:p>
        </p:txBody>
      </p:sp>
      <p:cxnSp>
        <p:nvCxnSpPr>
          <p:cNvPr id="7" name="Rak 6"/>
          <p:cNvCxnSpPr/>
          <p:nvPr userDrawn="1"/>
        </p:nvCxnSpPr>
        <p:spPr>
          <a:xfrm>
            <a:off x="6426194" y="4608000"/>
            <a:ext cx="23114574" cy="0"/>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Platshållare för text 21">
            <a:extLst>
              <a:ext uri="{FF2B5EF4-FFF2-40B4-BE49-F238E27FC236}">
                <a16:creationId xmlns:a16="http://schemas.microsoft.com/office/drawing/2014/main" id="{BA5915EB-D66C-B848-86DA-5D7C88849F1E}"/>
              </a:ext>
            </a:extLst>
          </p:cNvPr>
          <p:cNvSpPr>
            <a:spLocks noGrp="1"/>
          </p:cNvSpPr>
          <p:nvPr>
            <p:ph type="body" sz="quarter" idx="21" hasCustomPrompt="1"/>
          </p:nvPr>
        </p:nvSpPr>
        <p:spPr>
          <a:xfrm>
            <a:off x="1385316" y="16819200"/>
            <a:ext cx="13212000" cy="7131600"/>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2" name="Platshållare för text 21">
            <a:extLst>
              <a:ext uri="{FF2B5EF4-FFF2-40B4-BE49-F238E27FC236}">
                <a16:creationId xmlns:a16="http://schemas.microsoft.com/office/drawing/2014/main" id="{42240B1D-39B5-5148-9229-74ADE831E9C6}"/>
              </a:ext>
            </a:extLst>
          </p:cNvPr>
          <p:cNvSpPr>
            <a:spLocks noGrp="1"/>
          </p:cNvSpPr>
          <p:nvPr>
            <p:ph type="body" sz="quarter" idx="23" hasCustomPrompt="1"/>
          </p:nvPr>
        </p:nvSpPr>
        <p:spPr>
          <a:xfrm>
            <a:off x="1385316" y="35031600"/>
            <a:ext cx="13211425" cy="6300091"/>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4" name="Platshållare för text 21">
            <a:extLst>
              <a:ext uri="{FF2B5EF4-FFF2-40B4-BE49-F238E27FC236}">
                <a16:creationId xmlns:a16="http://schemas.microsoft.com/office/drawing/2014/main" id="{BDF833D3-200F-164E-B9DF-3F95ACC8CFF4}"/>
              </a:ext>
            </a:extLst>
          </p:cNvPr>
          <p:cNvSpPr>
            <a:spLocks noGrp="1"/>
          </p:cNvSpPr>
          <p:nvPr>
            <p:ph type="body" sz="quarter" idx="25" hasCustomPrompt="1"/>
          </p:nvPr>
        </p:nvSpPr>
        <p:spPr>
          <a:xfrm>
            <a:off x="15682661" y="29433600"/>
            <a:ext cx="13212575" cy="716558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Body text Arial / Frutiger LT Std 45 Light.</a:t>
            </a:r>
          </a:p>
        </p:txBody>
      </p:sp>
      <p:sp>
        <p:nvSpPr>
          <p:cNvPr id="35" name="Platshållare för text 4">
            <a:extLst>
              <a:ext uri="{FF2B5EF4-FFF2-40B4-BE49-F238E27FC236}">
                <a16:creationId xmlns:a16="http://schemas.microsoft.com/office/drawing/2014/main" id="{A1E4D9B8-06D3-6347-B8EB-4C602E65D402}"/>
              </a:ext>
            </a:extLst>
          </p:cNvPr>
          <p:cNvSpPr>
            <a:spLocks noGrp="1"/>
          </p:cNvSpPr>
          <p:nvPr>
            <p:ph type="body" sz="quarter" idx="26" hasCustomPrompt="1"/>
          </p:nvPr>
        </p:nvSpPr>
        <p:spPr>
          <a:xfrm>
            <a:off x="15682661" y="27794873"/>
            <a:ext cx="13212575"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27" name="Platshållare för text 21">
            <a:extLst>
              <a:ext uri="{FF2B5EF4-FFF2-40B4-BE49-F238E27FC236}">
                <a16:creationId xmlns:a16="http://schemas.microsoft.com/office/drawing/2014/main" id="{7FB415A9-13C1-F347-8BF1-E1EEF3BAA051}"/>
              </a:ext>
            </a:extLst>
          </p:cNvPr>
          <p:cNvSpPr>
            <a:spLocks noGrp="1"/>
          </p:cNvSpPr>
          <p:nvPr>
            <p:ph type="body" sz="quarter" idx="33" hasCustomPrompt="1"/>
          </p:nvPr>
        </p:nvSpPr>
        <p:spPr>
          <a:xfrm>
            <a:off x="15683236" y="38559600"/>
            <a:ext cx="13212000" cy="2772091"/>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Name, affiliation, faculty, institution, e-mail address, phone etc.</a:t>
            </a:r>
          </a:p>
        </p:txBody>
      </p:sp>
      <p:sp>
        <p:nvSpPr>
          <p:cNvPr id="28" name="Platshållare för text 4">
            <a:extLst>
              <a:ext uri="{FF2B5EF4-FFF2-40B4-BE49-F238E27FC236}">
                <a16:creationId xmlns:a16="http://schemas.microsoft.com/office/drawing/2014/main" id="{767E9D9A-854A-6C44-B933-2CF1B89D8F4C}"/>
              </a:ext>
            </a:extLst>
          </p:cNvPr>
          <p:cNvSpPr>
            <a:spLocks noGrp="1"/>
          </p:cNvSpPr>
          <p:nvPr>
            <p:ph type="body" sz="quarter" idx="34" hasCustomPrompt="1"/>
          </p:nvPr>
        </p:nvSpPr>
        <p:spPr>
          <a:xfrm>
            <a:off x="15683235" y="37317600"/>
            <a:ext cx="13212001" cy="846091"/>
          </a:xfrm>
          <a:prstGeom prst="callout1">
            <a:avLst>
              <a:gd name="adj1" fmla="val 99549"/>
              <a:gd name="adj2" fmla="val 99933"/>
              <a:gd name="adj3" fmla="val 99169"/>
              <a:gd name="adj4" fmla="val -39"/>
            </a:avLst>
          </a:prstGeom>
          <a:ln w="19050">
            <a:solidFill>
              <a:schemeClr val="tx2"/>
            </a:solidFill>
          </a:ln>
        </p:spPr>
        <p:txBody>
          <a:bodyPr wrap="square" lIns="0" tIns="0" rIns="0" bIns="54000">
            <a:spAutoFit/>
          </a:bodyPr>
          <a:lstStyle>
            <a:lvl1pPr marL="0" indent="0">
              <a:lnSpc>
                <a:spcPct val="95000"/>
              </a:lnSpc>
              <a:spcBef>
                <a:spcPts val="0"/>
              </a:spcBef>
              <a:buFontTx/>
              <a:buNone/>
              <a:defRPr sz="5400" b="0" i="0">
                <a:solidFill>
                  <a:schemeClr val="tx2"/>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Contact</a:t>
            </a:r>
          </a:p>
        </p:txBody>
      </p:sp>
      <p:sp>
        <p:nvSpPr>
          <p:cNvPr id="37" name="Platshållare för bild 9">
            <a:extLst>
              <a:ext uri="{FF2B5EF4-FFF2-40B4-BE49-F238E27FC236}">
                <a16:creationId xmlns:a16="http://schemas.microsoft.com/office/drawing/2014/main" id="{30F20F68-684F-F344-886F-48C9DED75849}"/>
              </a:ext>
            </a:extLst>
          </p:cNvPr>
          <p:cNvSpPr>
            <a:spLocks noGrp="1"/>
          </p:cNvSpPr>
          <p:nvPr>
            <p:ph type="pic" sz="quarter" idx="36" hasCustomPrompt="1"/>
          </p:nvPr>
        </p:nvSpPr>
        <p:spPr>
          <a:xfrm>
            <a:off x="15682660" y="17371815"/>
            <a:ext cx="13212576" cy="8403893"/>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5" name="Platshållare för bild 9">
            <a:extLst>
              <a:ext uri="{FF2B5EF4-FFF2-40B4-BE49-F238E27FC236}">
                <a16:creationId xmlns:a16="http://schemas.microsoft.com/office/drawing/2014/main" id="{9B67B89E-84EB-9847-BD7C-A71AA297D95D}"/>
              </a:ext>
            </a:extLst>
          </p:cNvPr>
          <p:cNvSpPr>
            <a:spLocks noGrp="1"/>
          </p:cNvSpPr>
          <p:nvPr>
            <p:ph type="pic" sz="quarter" idx="39" hasCustomPrompt="1"/>
          </p:nvPr>
        </p:nvSpPr>
        <p:spPr>
          <a:xfrm>
            <a:off x="1385888" y="24262531"/>
            <a:ext cx="13211427" cy="7165585"/>
          </a:xfrm>
          <a:prstGeom prst="rect">
            <a:avLst/>
          </a:prstGeom>
        </p:spPr>
        <p:txBody>
          <a:bodyPr lIns="91423" tIns="45710" rIns="91423" bIns="45710" anchor="ctr"/>
          <a:lstStyle>
            <a:lvl1pPr marL="0" indent="0" algn="ctr">
              <a:buNone/>
              <a:defRPr sz="6600" b="0" i="0">
                <a:latin typeface="Arial" panose="020B0604020202020204" pitchFamily="34" charset="0"/>
              </a:defRPr>
            </a:lvl1pPr>
          </a:lstStyle>
          <a:p>
            <a:r>
              <a:rPr lang="en-GB" noProof="0" dirty="0"/>
              <a:t>Image/graph</a:t>
            </a:r>
          </a:p>
        </p:txBody>
      </p:sp>
      <p:sp>
        <p:nvSpPr>
          <p:cNvPr id="21" name="Platshållare för text 21">
            <a:extLst>
              <a:ext uri="{FF2B5EF4-FFF2-40B4-BE49-F238E27FC236}">
                <a16:creationId xmlns:a16="http://schemas.microsoft.com/office/drawing/2014/main" id="{C4E32119-A415-C444-92D8-9CFFC142A9CB}"/>
              </a:ext>
            </a:extLst>
          </p:cNvPr>
          <p:cNvSpPr>
            <a:spLocks noGrp="1"/>
          </p:cNvSpPr>
          <p:nvPr>
            <p:ph type="body" sz="quarter" idx="40" hasCustomPrompt="1"/>
          </p:nvPr>
        </p:nvSpPr>
        <p:spPr>
          <a:xfrm>
            <a:off x="15682661" y="15990063"/>
            <a:ext cx="13212576"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3" name="Platshållare för text 21">
            <a:extLst>
              <a:ext uri="{FF2B5EF4-FFF2-40B4-BE49-F238E27FC236}">
                <a16:creationId xmlns:a16="http://schemas.microsoft.com/office/drawing/2014/main" id="{20D4F942-3908-684C-BDE5-B5199AF35E63}"/>
              </a:ext>
            </a:extLst>
          </p:cNvPr>
          <p:cNvSpPr>
            <a:spLocks noGrp="1"/>
          </p:cNvSpPr>
          <p:nvPr>
            <p:ph type="body" sz="quarter" idx="41" hasCustomPrompt="1"/>
          </p:nvPr>
        </p:nvSpPr>
        <p:spPr>
          <a:xfrm>
            <a:off x="15682661" y="26039876"/>
            <a:ext cx="13212575" cy="949703"/>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24" name="Platshållare för text 21">
            <a:extLst>
              <a:ext uri="{FF2B5EF4-FFF2-40B4-BE49-F238E27FC236}">
                <a16:creationId xmlns:a16="http://schemas.microsoft.com/office/drawing/2014/main" id="{E4BE38B9-AFAA-0D4E-9B04-50C20C40A753}"/>
              </a:ext>
            </a:extLst>
          </p:cNvPr>
          <p:cNvSpPr>
            <a:spLocks noGrp="1"/>
          </p:cNvSpPr>
          <p:nvPr>
            <p:ph type="body" sz="quarter" idx="42" hasCustomPrompt="1"/>
          </p:nvPr>
        </p:nvSpPr>
        <p:spPr>
          <a:xfrm>
            <a:off x="1385889" y="31677089"/>
            <a:ext cx="13211425" cy="1032429"/>
          </a:xfrm>
          <a:prstGeom prst="rect">
            <a:avLst/>
          </a:prstGeom>
        </p:spPr>
        <p:txBody>
          <a:bodyPr lIns="0" tIns="0" rIns="0" bIns="0" numCol="1" spcCol="719855"/>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baseline="0">
                <a:solidFill>
                  <a:schemeClr val="tx1"/>
                </a:solidFill>
                <a:latin typeface="Arial" panose="020B0604020202020204" pitchFamily="34" charset="0"/>
              </a:defRPr>
            </a:lvl1pPr>
            <a:lvl2pPr marL="2087382" indent="0">
              <a:buNone/>
              <a:defRPr sz="5900">
                <a:latin typeface="Frutiger 45 Light" pitchFamily="34" charset="0"/>
              </a:defRPr>
            </a:lvl2pPr>
            <a:lvl3pPr marL="4174769" indent="0">
              <a:buNone/>
              <a:defRPr sz="5900">
                <a:latin typeface="Frutiger 45 Light" pitchFamily="34" charset="0"/>
              </a:defRPr>
            </a:lvl3pPr>
            <a:lvl4pPr marL="6262151" indent="0">
              <a:buNone/>
              <a:defRPr sz="5900">
                <a:latin typeface="Frutiger 45 Light" pitchFamily="34" charset="0"/>
              </a:defRPr>
            </a:lvl4pPr>
            <a:lvl5pPr marL="8349540" indent="0">
              <a:buNone/>
              <a:defRPr sz="5900">
                <a:latin typeface="Frutiger 45 Light" pitchFamily="34" charset="0"/>
              </a:defRPr>
            </a:lvl5pPr>
          </a:lstStyle>
          <a:p>
            <a:pPr marL="0" marR="0" lvl="0" indent="0" algn="l" defTabSz="4174769" rtl="0" eaLnBrk="1" fontAlgn="auto" latinLnBrk="0" hangingPunct="1">
              <a:lnSpc>
                <a:spcPct val="100000"/>
              </a:lnSpc>
              <a:spcBef>
                <a:spcPct val="20000"/>
              </a:spcBef>
              <a:spcAft>
                <a:spcPts val="0"/>
              </a:spcAft>
              <a:buClrTx/>
              <a:buSzTx/>
              <a:buFont typeface="Arial" pitchFamily="34" charset="0"/>
              <a:buNone/>
              <a:tabLst/>
              <a:defRPr/>
            </a:pPr>
            <a:r>
              <a:rPr lang="en-GB" noProof="0" dirty="0"/>
              <a:t>Caption. Delete the text box if it is not needed.</a:t>
            </a:r>
          </a:p>
        </p:txBody>
      </p:sp>
      <p:sp>
        <p:nvSpPr>
          <p:cNvPr id="36" name="Platshållare för text 4">
            <a:extLst>
              <a:ext uri="{FF2B5EF4-FFF2-40B4-BE49-F238E27FC236}">
                <a16:creationId xmlns:a16="http://schemas.microsoft.com/office/drawing/2014/main" id="{4752EB89-EC07-8F4A-9E17-AD0124A87153}"/>
              </a:ext>
            </a:extLst>
          </p:cNvPr>
          <p:cNvSpPr>
            <a:spLocks noGrp="1"/>
          </p:cNvSpPr>
          <p:nvPr>
            <p:ph type="body" sz="quarter" idx="44" hasCustomPrompt="1"/>
          </p:nvPr>
        </p:nvSpPr>
        <p:spPr>
          <a:xfrm>
            <a:off x="1385317" y="7306463"/>
            <a:ext cx="13212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Conclusion</a:t>
            </a:r>
          </a:p>
        </p:txBody>
      </p:sp>
      <p:sp>
        <p:nvSpPr>
          <p:cNvPr id="38" name="Platshållare för text 4">
            <a:extLst>
              <a:ext uri="{FF2B5EF4-FFF2-40B4-BE49-F238E27FC236}">
                <a16:creationId xmlns:a16="http://schemas.microsoft.com/office/drawing/2014/main" id="{D9EEA958-B7C5-EB41-B071-687DA7F4C848}"/>
              </a:ext>
            </a:extLst>
          </p:cNvPr>
          <p:cNvSpPr>
            <a:spLocks noGrp="1"/>
          </p:cNvSpPr>
          <p:nvPr>
            <p:ph type="body" sz="quarter" idx="45" hasCustomPrompt="1"/>
          </p:nvPr>
        </p:nvSpPr>
        <p:spPr>
          <a:xfrm>
            <a:off x="1385316" y="15180655"/>
            <a:ext cx="13212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
        <p:nvSpPr>
          <p:cNvPr id="39" name="Platshållare för text 4">
            <a:extLst>
              <a:ext uri="{FF2B5EF4-FFF2-40B4-BE49-F238E27FC236}">
                <a16:creationId xmlns:a16="http://schemas.microsoft.com/office/drawing/2014/main" id="{F9367FCA-6E65-BB4D-9391-8A428B0DAA15}"/>
              </a:ext>
            </a:extLst>
          </p:cNvPr>
          <p:cNvSpPr>
            <a:spLocks noGrp="1"/>
          </p:cNvSpPr>
          <p:nvPr>
            <p:ph type="body" sz="quarter" idx="46" hasCustomPrompt="1"/>
          </p:nvPr>
        </p:nvSpPr>
        <p:spPr>
          <a:xfrm>
            <a:off x="1385316" y="33391926"/>
            <a:ext cx="13211425"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spAutoFit/>
          </a:bodyPr>
          <a:lstStyle>
            <a:lvl1pPr marL="0" indent="0">
              <a:lnSpc>
                <a:spcPct val="95000"/>
              </a:lnSpc>
              <a:spcBef>
                <a:spcPts val="0"/>
              </a:spcBef>
              <a:buFontTx/>
              <a:buNone/>
              <a:defRPr sz="7000" b="0" i="0">
                <a:solidFill>
                  <a:schemeClr val="accent1"/>
                </a:solidFill>
                <a:latin typeface="Times New Roman" panose="02020603050405020304" pitchFamily="18" charset="0"/>
              </a:defRPr>
            </a:lvl1pPr>
            <a:lvl2pPr marL="2087382" indent="0">
              <a:buFontTx/>
              <a:buNone/>
              <a:defRPr b="1" i="0">
                <a:solidFill>
                  <a:schemeClr val="accent1"/>
                </a:solidFill>
                <a:latin typeface="Adobe Garamond Pro" panose="02020502060506020403" pitchFamily="18" charset="0"/>
              </a:defRPr>
            </a:lvl2pPr>
            <a:lvl3pPr marL="4174769" indent="0">
              <a:buFontTx/>
              <a:buNone/>
              <a:defRPr b="1" i="0">
                <a:solidFill>
                  <a:schemeClr val="accent1"/>
                </a:solidFill>
                <a:latin typeface="Adobe Garamond Pro" panose="02020502060506020403" pitchFamily="18" charset="0"/>
              </a:defRPr>
            </a:lvl3pPr>
            <a:lvl4pPr marL="6262151" indent="0">
              <a:buFontTx/>
              <a:buNone/>
              <a:defRPr b="1" i="0">
                <a:solidFill>
                  <a:schemeClr val="accent1"/>
                </a:solidFill>
                <a:latin typeface="Adobe Garamond Pro" panose="02020502060506020403" pitchFamily="18" charset="0"/>
              </a:defRPr>
            </a:lvl4pPr>
            <a:lvl5pPr marL="8349538" indent="0">
              <a:buFontTx/>
              <a:buNone/>
              <a:defRPr b="1" i="0">
                <a:solidFill>
                  <a:schemeClr val="accent1"/>
                </a:solidFill>
                <a:latin typeface="Adobe Garamond Pro" panose="02020502060506020403" pitchFamily="18" charset="0"/>
              </a:defRPr>
            </a:lvl5pPr>
          </a:lstStyle>
          <a:p>
            <a:pPr lvl="0"/>
            <a:r>
              <a:rPr lang="en-GB" noProof="0" dirty="0"/>
              <a:t>Headline</a:t>
            </a:r>
          </a:p>
        </p:txBody>
      </p:sp>
    </p:spTree>
    <p:extLst>
      <p:ext uri="{BB962C8B-B14F-4D97-AF65-F5344CB8AC3E}">
        <p14:creationId xmlns:p14="http://schemas.microsoft.com/office/powerpoint/2010/main" val="3526941571"/>
      </p:ext>
    </p:extLst>
  </p:cSld>
  <p:clrMapOvr>
    <a:masterClrMapping/>
  </p:clrMapOvr>
  <p:extLst>
    <p:ext uri="{DCECCB84-F9BA-43D5-87BE-67443E8EF086}">
      <p15:sldGuideLst xmlns:p15="http://schemas.microsoft.com/office/powerpoint/2012/main">
        <p15:guide id="1" orient="horz" pos="345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Bildobjekt 13">
            <a:extLst>
              <a:ext uri="{FF2B5EF4-FFF2-40B4-BE49-F238E27FC236}">
                <a16:creationId xmlns:a16="http://schemas.microsoft.com/office/drawing/2014/main" id="{AD23FD68-CDBB-2A48-B1A6-7B829150118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59120" y="1385884"/>
            <a:ext cx="3046593" cy="4067548"/>
          </a:xfrm>
          <a:prstGeom prst="rect">
            <a:avLst/>
          </a:prstGeom>
        </p:spPr>
      </p:pic>
    </p:spTree>
    <p:extLst>
      <p:ext uri="{BB962C8B-B14F-4D97-AF65-F5344CB8AC3E}">
        <p14:creationId xmlns:p14="http://schemas.microsoft.com/office/powerpoint/2010/main" val="1545140585"/>
      </p:ext>
    </p:extLst>
  </p:cSld>
  <p:clrMap bg1="lt1" tx1="dk1" bg2="lt2" tx2="dk2" accent1="accent1" accent2="accent2" accent3="accent3" accent4="accent4" accent5="accent5" accent6="accent6" hlink="hlink" folHlink="folHlink"/>
  <p:sldLayoutIdLst>
    <p:sldLayoutId id="2147483655" r:id="rId1"/>
    <p:sldLayoutId id="2147483659" r:id="rId2"/>
    <p:sldLayoutId id="2147483660" r:id="rId3"/>
    <p:sldLayoutId id="2147483663" r:id="rId4"/>
    <p:sldLayoutId id="2147483661" r:id="rId5"/>
    <p:sldLayoutId id="2147483664" r:id="rId6"/>
    <p:sldLayoutId id="2147483662" r:id="rId7"/>
    <p:sldLayoutId id="2147483665" r:id="rId8"/>
  </p:sldLayoutIdLst>
  <p:txStyles>
    <p:titleStyle>
      <a:lvl1pPr algn="ctr" defTabSz="4174769" rtl="0" eaLnBrk="1" latinLnBrk="0" hangingPunct="1">
        <a:spcBef>
          <a:spcPct val="0"/>
        </a:spcBef>
        <a:buNone/>
        <a:defRPr sz="20100" kern="1200">
          <a:solidFill>
            <a:schemeClr val="tx1"/>
          </a:solidFill>
          <a:latin typeface="+mj-lt"/>
          <a:ea typeface="+mj-ea"/>
          <a:cs typeface="+mj-cs"/>
        </a:defRPr>
      </a:lvl1pPr>
    </p:titleStyle>
    <p:bodyStyle>
      <a:lvl1pPr marL="1565539" indent="-1565539" algn="l" defTabSz="4174769" rtl="0" eaLnBrk="1" latinLnBrk="0" hangingPunct="1">
        <a:spcBef>
          <a:spcPct val="20000"/>
        </a:spcBef>
        <a:buFont typeface="Arial" pitchFamily="34" charset="0"/>
        <a:buChar char="•"/>
        <a:defRPr sz="14500" kern="1200">
          <a:solidFill>
            <a:schemeClr val="tx1"/>
          </a:solidFill>
          <a:latin typeface="+mn-lt"/>
          <a:ea typeface="+mn-ea"/>
          <a:cs typeface="+mn-cs"/>
        </a:defRPr>
      </a:lvl1pPr>
      <a:lvl2pPr marL="3391998" indent="-1304616" algn="l" defTabSz="4174769" rtl="0" eaLnBrk="1" latinLnBrk="0" hangingPunct="1">
        <a:spcBef>
          <a:spcPct val="20000"/>
        </a:spcBef>
        <a:buFont typeface="Arial" pitchFamily="34" charset="0"/>
        <a:buChar char="–"/>
        <a:defRPr sz="12900" kern="1200">
          <a:solidFill>
            <a:schemeClr val="tx1"/>
          </a:solidFill>
          <a:latin typeface="+mn-lt"/>
          <a:ea typeface="+mn-ea"/>
          <a:cs typeface="+mn-cs"/>
        </a:defRPr>
      </a:lvl2pPr>
      <a:lvl3pPr marL="5218461" indent="-1043692" algn="l" defTabSz="4174769"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5843"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4pPr>
      <a:lvl5pPr marL="9393230"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5pPr>
      <a:lvl6pPr marL="11480613"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995"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5384"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2766"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sv-SE"/>
      </a:defPPr>
      <a:lvl1pPr marL="0" algn="l" defTabSz="4174769" rtl="0" eaLnBrk="1" latinLnBrk="0" hangingPunct="1">
        <a:defRPr sz="8300" kern="1200">
          <a:solidFill>
            <a:schemeClr val="tx1"/>
          </a:solidFill>
          <a:latin typeface="+mn-lt"/>
          <a:ea typeface="+mn-ea"/>
          <a:cs typeface="+mn-cs"/>
        </a:defRPr>
      </a:lvl1pPr>
      <a:lvl2pPr marL="2087382" algn="l" defTabSz="4174769" rtl="0" eaLnBrk="1" latinLnBrk="0" hangingPunct="1">
        <a:defRPr sz="8300" kern="1200">
          <a:solidFill>
            <a:schemeClr val="tx1"/>
          </a:solidFill>
          <a:latin typeface="+mn-lt"/>
          <a:ea typeface="+mn-ea"/>
          <a:cs typeface="+mn-cs"/>
        </a:defRPr>
      </a:lvl2pPr>
      <a:lvl3pPr marL="4174769" algn="l" defTabSz="4174769" rtl="0" eaLnBrk="1" latinLnBrk="0" hangingPunct="1">
        <a:defRPr sz="8300" kern="1200">
          <a:solidFill>
            <a:schemeClr val="tx1"/>
          </a:solidFill>
          <a:latin typeface="+mn-lt"/>
          <a:ea typeface="+mn-ea"/>
          <a:cs typeface="+mn-cs"/>
        </a:defRPr>
      </a:lvl3pPr>
      <a:lvl4pPr marL="6262151" algn="l" defTabSz="4174769" rtl="0" eaLnBrk="1" latinLnBrk="0" hangingPunct="1">
        <a:defRPr sz="8300" kern="1200">
          <a:solidFill>
            <a:schemeClr val="tx1"/>
          </a:solidFill>
          <a:latin typeface="+mn-lt"/>
          <a:ea typeface="+mn-ea"/>
          <a:cs typeface="+mn-cs"/>
        </a:defRPr>
      </a:lvl4pPr>
      <a:lvl5pPr marL="8349535" algn="l" defTabSz="4174769" rtl="0" eaLnBrk="1" latinLnBrk="0" hangingPunct="1">
        <a:defRPr sz="8300" kern="1200">
          <a:solidFill>
            <a:schemeClr val="tx1"/>
          </a:solidFill>
          <a:latin typeface="+mn-lt"/>
          <a:ea typeface="+mn-ea"/>
          <a:cs typeface="+mn-cs"/>
        </a:defRPr>
      </a:lvl5pPr>
      <a:lvl6pPr marL="10436922" algn="l" defTabSz="4174769" rtl="0" eaLnBrk="1" latinLnBrk="0" hangingPunct="1">
        <a:defRPr sz="8300" kern="1200">
          <a:solidFill>
            <a:schemeClr val="tx1"/>
          </a:solidFill>
          <a:latin typeface="+mn-lt"/>
          <a:ea typeface="+mn-ea"/>
          <a:cs typeface="+mn-cs"/>
        </a:defRPr>
      </a:lvl6pPr>
      <a:lvl7pPr marL="12524305" algn="l" defTabSz="4174769" rtl="0" eaLnBrk="1" latinLnBrk="0" hangingPunct="1">
        <a:defRPr sz="8300" kern="1200">
          <a:solidFill>
            <a:schemeClr val="tx1"/>
          </a:solidFill>
          <a:latin typeface="+mn-lt"/>
          <a:ea typeface="+mn-ea"/>
          <a:cs typeface="+mn-cs"/>
        </a:defRPr>
      </a:lvl7pPr>
      <a:lvl8pPr marL="14611687" algn="l" defTabSz="4174769" rtl="0" eaLnBrk="1" latinLnBrk="0" hangingPunct="1">
        <a:defRPr sz="8300" kern="1200">
          <a:solidFill>
            <a:schemeClr val="tx1"/>
          </a:solidFill>
          <a:latin typeface="+mn-lt"/>
          <a:ea typeface="+mn-ea"/>
          <a:cs typeface="+mn-cs"/>
        </a:defRPr>
      </a:lvl8pPr>
      <a:lvl9pPr marL="16699074" algn="l" defTabSz="4174769" rtl="0" eaLnBrk="1" latinLnBrk="0" hangingPunct="1">
        <a:defRPr sz="8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483" userDrawn="1">
          <p15:clr>
            <a:srgbClr val="F26B43"/>
          </p15:clr>
        </p15:guide>
        <p15:guide id="3" pos="9537"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922D7DE-A028-2FD0-92B9-45326552A717}"/>
              </a:ext>
            </a:extLst>
          </p:cNvPr>
          <p:cNvSpPr>
            <a:spLocks noGrp="1"/>
          </p:cNvSpPr>
          <p:nvPr/>
        </p:nvSpPr>
        <p:spPr>
          <a:xfrm>
            <a:off x="1003898" y="33702082"/>
            <a:ext cx="16133652" cy="8291649"/>
          </a:xfrm>
          <a:prstGeom prst="rect">
            <a:avLst/>
          </a:prstGeom>
          <a:solidFill>
            <a:srgbClr val="DCE8E7"/>
          </a:solidFill>
          <a:ln w="0">
            <a:noFill/>
          </a:ln>
        </p:spPr>
        <p:txBody>
          <a:bodyPr/>
          <a:lstStyle/>
          <a:p>
            <a:endParaRPr lang="en-SE"/>
          </a:p>
        </p:txBody>
      </p:sp>
      <p:sp>
        <p:nvSpPr>
          <p:cNvPr id="5" name="Platshållare för text 4">
            <a:extLst>
              <a:ext uri="{FF2B5EF4-FFF2-40B4-BE49-F238E27FC236}">
                <a16:creationId xmlns:a16="http://schemas.microsoft.com/office/drawing/2014/main" id="{20DB6090-433E-5847-AA12-77F467A4EFFD}"/>
              </a:ext>
            </a:extLst>
          </p:cNvPr>
          <p:cNvSpPr>
            <a:spLocks noGrp="1"/>
          </p:cNvSpPr>
          <p:nvPr>
            <p:ph type="body" sz="quarter" idx="10"/>
          </p:nvPr>
        </p:nvSpPr>
        <p:spPr>
          <a:xfrm>
            <a:off x="6436000" y="305919"/>
            <a:ext cx="23075812" cy="4135154"/>
          </a:xfrm>
        </p:spPr>
        <p:txBody>
          <a:bodyPr/>
          <a:lstStyle/>
          <a:p>
            <a:r>
              <a:rPr lang="en-US" sz="9600" dirty="0">
                <a:latin typeface="Times New Roman"/>
                <a:cs typeface="Times New Roman"/>
              </a:rPr>
              <a:t>Infrastructure, Race, and Urban Change in Brazil – Who Benefits?</a:t>
            </a:r>
            <a:endParaRPr lang="en-US" dirty="0"/>
          </a:p>
          <a:p>
            <a:r>
              <a:rPr lang="en-GB" sz="6600" dirty="0">
                <a:latin typeface="Times New Roman"/>
                <a:cs typeface="Times New Roman"/>
              </a:rPr>
              <a:t>Constructing a National Database of Major Infrastructure Projects</a:t>
            </a:r>
            <a:endParaRPr lang="en-GB" sz="6600" dirty="0"/>
          </a:p>
        </p:txBody>
      </p:sp>
      <p:sp>
        <p:nvSpPr>
          <p:cNvPr id="7" name="Platshållare för text 6">
            <a:extLst>
              <a:ext uri="{FF2B5EF4-FFF2-40B4-BE49-F238E27FC236}">
                <a16:creationId xmlns:a16="http://schemas.microsoft.com/office/drawing/2014/main" id="{60C56227-0CA9-424D-9950-E4FB34EADB2B}"/>
              </a:ext>
            </a:extLst>
          </p:cNvPr>
          <p:cNvSpPr>
            <a:spLocks noGrp="1"/>
          </p:cNvSpPr>
          <p:nvPr>
            <p:ph type="body" sz="quarter" idx="17"/>
          </p:nvPr>
        </p:nvSpPr>
        <p:spPr>
          <a:xfrm>
            <a:off x="1389902" y="8375332"/>
            <a:ext cx="15482253" cy="9233292"/>
          </a:xfrm>
        </p:spPr>
        <p:txBody>
          <a:bodyPr lIns="0" tIns="0" rIns="0" bIns="0" numCol="1" spcCol="719855" anchor="t"/>
          <a:lstStyle/>
          <a:p>
            <a:pPr algn="just"/>
            <a:r>
              <a:rPr lang="en-GB" sz="3600" dirty="0">
                <a:latin typeface="Arial"/>
                <a:cs typeface="Arial"/>
              </a:rPr>
              <a:t>Large-scale infrastructure investments are frequently promoted as instruments of urban development. However, it remains unclear who benefits from them. While it has been investigated under a class-based framing, systemic racial inequality remains under-researched in this aspect (Dantzler, 2021). Urban planning has historically contributed to the reproduction of racially segregated spaces and unequal access to urban resources, and infrastructure and development interventions have often been implemented through colour-blind approaches that overlook racialised patterns of inequality (Melgaço &amp; Xavier Pinto Coelho, 2022; Xavier Pinto Coelho &amp; Melgaço, 2025).</a:t>
            </a:r>
          </a:p>
          <a:p>
            <a:pPr algn="just"/>
            <a:r>
              <a:rPr lang="en-GB" sz="3600" dirty="0">
                <a:latin typeface="Arial"/>
                <a:cs typeface="Arial"/>
              </a:rPr>
              <a:t>To be able to analyse how these inequalities are produced and transformed over time, it is therefore necessary to build a comprehensive spatial data infrastructure that brings together census data with geospatial information on public and infrastructure investments, which is currently not available in a systematic form.</a:t>
            </a:r>
            <a:endParaRPr lang="en-GB" sz="3600" dirty="0"/>
          </a:p>
          <a:p>
            <a:pPr algn="just"/>
            <a:endParaRPr lang="en-GB" sz="3600" dirty="0">
              <a:cs typeface="Arial" panose="020B0604020202020204" pitchFamily="34" charset="0"/>
            </a:endParaRPr>
          </a:p>
        </p:txBody>
      </p:sp>
      <p:sp>
        <p:nvSpPr>
          <p:cNvPr id="8" name="Platshållare för text 7">
            <a:extLst>
              <a:ext uri="{FF2B5EF4-FFF2-40B4-BE49-F238E27FC236}">
                <a16:creationId xmlns:a16="http://schemas.microsoft.com/office/drawing/2014/main" id="{6B2A862C-1B5D-B047-ABAE-778D135B82AB}"/>
              </a:ext>
            </a:extLst>
          </p:cNvPr>
          <p:cNvSpPr>
            <a:spLocks noGrp="1"/>
          </p:cNvSpPr>
          <p:nvPr>
            <p:ph type="body" sz="quarter" idx="19"/>
          </p:nvPr>
        </p:nvSpPr>
        <p:spPr>
          <a:xfrm>
            <a:off x="6436000" y="4777535"/>
            <a:ext cx="23075812" cy="1443971"/>
          </a:xfrm>
        </p:spPr>
        <p:txBody>
          <a:bodyPr/>
          <a:lstStyle/>
          <a:p>
            <a:r>
              <a:rPr lang="en-US">
                <a:latin typeface="Arial"/>
                <a:cs typeface="Arial"/>
              </a:rPr>
              <a:t>Fabio Schreiber</a:t>
            </a:r>
            <a:r>
              <a:rPr lang="en-SE" b="0">
                <a:latin typeface="Arial"/>
                <a:cs typeface="Arial"/>
              </a:rPr>
              <a:t>¹</a:t>
            </a:r>
            <a:r>
              <a:rPr lang="en-SE">
                <a:latin typeface="Arial"/>
                <a:cs typeface="Arial"/>
              </a:rPr>
              <a:t>, </a:t>
            </a:r>
            <a:r>
              <a:rPr lang="en-GB">
                <a:latin typeface="Arial"/>
                <a:cs typeface="Arial"/>
              </a:rPr>
              <a:t>Lorena Melgaço</a:t>
            </a:r>
            <a:r>
              <a:rPr lang="en-SE" b="0">
                <a:latin typeface="Arial"/>
                <a:cs typeface="Arial"/>
              </a:rPr>
              <a:t>¹</a:t>
            </a:r>
            <a:r>
              <a:rPr lang="en-GB">
                <a:latin typeface="Arial"/>
                <a:cs typeface="Arial"/>
              </a:rPr>
              <a:t>, Luana Xavier Pinto Coelho</a:t>
            </a:r>
            <a:r>
              <a:rPr lang="en-SE" b="0">
                <a:latin typeface="Arial"/>
                <a:cs typeface="Arial"/>
              </a:rPr>
              <a:t>², </a:t>
            </a:r>
            <a:r>
              <a:rPr lang="en-US">
                <a:latin typeface="Arial"/>
                <a:cs typeface="Arial"/>
              </a:rPr>
              <a:t>Philipp Stark</a:t>
            </a:r>
            <a:r>
              <a:rPr lang="en-US" b="0">
                <a:latin typeface="Arial"/>
                <a:cs typeface="Arial"/>
              </a:rPr>
              <a:t>¹</a:t>
            </a:r>
            <a:endParaRPr lang="en-SE" b="0">
              <a:latin typeface="Arial"/>
              <a:cs typeface="Arial"/>
            </a:endParaRPr>
          </a:p>
          <a:p>
            <a:r>
              <a:rPr lang="en-SE" sz="2400" b="0">
                <a:latin typeface="Arial"/>
                <a:cs typeface="Arial"/>
              </a:rPr>
              <a:t>¹</a:t>
            </a:r>
            <a:r>
              <a:rPr lang="en-GB" sz="2400" b="0">
                <a:latin typeface="Arial"/>
                <a:cs typeface="Arial"/>
              </a:rPr>
              <a:t>Lund university, Lund, Sweden</a:t>
            </a:r>
            <a:r>
              <a:rPr lang="en-SE" sz="2400" b="0">
                <a:latin typeface="Arial"/>
                <a:cs typeface="Arial"/>
              </a:rPr>
              <a:t>; ²</a:t>
            </a:r>
            <a:r>
              <a:rPr lang="en-GB" sz="2400" b="0">
                <a:latin typeface="Arial"/>
                <a:cs typeface="Arial"/>
              </a:rPr>
              <a:t>University of Brasília, Brasília, Brazil</a:t>
            </a:r>
            <a:endParaRPr lang="en-GB" sz="2400">
              <a:latin typeface="Arial"/>
              <a:cs typeface="Arial"/>
            </a:endParaRPr>
          </a:p>
        </p:txBody>
      </p:sp>
      <p:sp>
        <p:nvSpPr>
          <p:cNvPr id="10" name="Platshållare för text 9">
            <a:extLst>
              <a:ext uri="{FF2B5EF4-FFF2-40B4-BE49-F238E27FC236}">
                <a16:creationId xmlns:a16="http://schemas.microsoft.com/office/drawing/2014/main" id="{5A58F345-453C-0E49-80C8-9A61CFDED2E3}"/>
              </a:ext>
            </a:extLst>
          </p:cNvPr>
          <p:cNvSpPr>
            <a:spLocks noGrp="1"/>
          </p:cNvSpPr>
          <p:nvPr>
            <p:ph type="body" sz="quarter" idx="23"/>
          </p:nvPr>
        </p:nvSpPr>
        <p:spPr>
          <a:xfrm>
            <a:off x="1392155" y="24260035"/>
            <a:ext cx="15480000" cy="6505267"/>
          </a:xfrm>
        </p:spPr>
        <p:txBody>
          <a:bodyPr lIns="0" tIns="0" rIns="0" bIns="0" numCol="1" spcCol="719855"/>
          <a:lstStyle/>
          <a:p>
            <a:pPr algn="just"/>
            <a:r>
              <a:rPr lang="en-SE" dirty="0">
                <a:solidFill>
                  <a:schemeClr val="tx2"/>
                </a:solidFill>
              </a:rPr>
              <a:t>We combine </a:t>
            </a:r>
            <a:r>
              <a:rPr lang="en-SE" b="1" dirty="0">
                <a:solidFill>
                  <a:schemeClr val="tx2"/>
                </a:solidFill>
              </a:rPr>
              <a:t>IBGE census data</a:t>
            </a:r>
            <a:r>
              <a:rPr lang="en-SE" dirty="0">
                <a:solidFill>
                  <a:schemeClr val="tx2"/>
                </a:solidFill>
              </a:rPr>
              <a:t> from 2010 and 2022 with </a:t>
            </a:r>
            <a:r>
              <a:rPr lang="en-SE" b="1" dirty="0">
                <a:solidFill>
                  <a:schemeClr val="tx2"/>
                </a:solidFill>
              </a:rPr>
              <a:t>Obras.gov</a:t>
            </a:r>
            <a:r>
              <a:rPr lang="en-SE" dirty="0">
                <a:solidFill>
                  <a:schemeClr val="tx2"/>
                </a:solidFill>
              </a:rPr>
              <a:t> investment projects, </a:t>
            </a:r>
            <a:r>
              <a:rPr lang="en-SE" b="1" dirty="0">
                <a:solidFill>
                  <a:schemeClr val="tx2"/>
                </a:solidFill>
              </a:rPr>
              <a:t>IBAMA-licensed projects</a:t>
            </a:r>
            <a:r>
              <a:rPr lang="en-SE" dirty="0">
                <a:solidFill>
                  <a:schemeClr val="tx2"/>
                </a:solidFill>
              </a:rPr>
              <a:t>, and </a:t>
            </a:r>
            <a:r>
              <a:rPr lang="en-SE" b="1" dirty="0">
                <a:solidFill>
                  <a:schemeClr val="tx2"/>
                </a:solidFill>
              </a:rPr>
              <a:t>IBGE favelas and communities</a:t>
            </a:r>
            <a:r>
              <a:rPr lang="en-SE" dirty="0">
                <a:solidFill>
                  <a:schemeClr val="tx2"/>
                </a:solidFill>
              </a:rPr>
              <a:t>. Census tracts are harmonised into common geographical areas, allowing the same places to be compared between the two census years. We examine population density, racial composition, literacy, household-head income, housing, and access to water, waste collection, sewerage and sanitation services. If data are missing for an area, it is left out of that specific calculation rather than counted as zero. We summarise indicators across common areas and compare patterns by area racial composition and income; results describe area-level patterns, not individual outcomes or causal effects.</a:t>
            </a:r>
            <a:endParaRPr lang="en-GB" dirty="0">
              <a:solidFill>
                <a:schemeClr val="tx2"/>
              </a:solidFill>
              <a:latin typeface="Arial"/>
              <a:cs typeface="Arial"/>
            </a:endParaRPr>
          </a:p>
        </p:txBody>
      </p:sp>
      <p:sp>
        <p:nvSpPr>
          <p:cNvPr id="20" name="Platshållare för text 19">
            <a:extLst>
              <a:ext uri="{FF2B5EF4-FFF2-40B4-BE49-F238E27FC236}">
                <a16:creationId xmlns:a16="http://schemas.microsoft.com/office/drawing/2014/main" id="{1315EB2E-1195-B949-80A3-0A48E63C38D5}"/>
              </a:ext>
            </a:extLst>
          </p:cNvPr>
          <p:cNvSpPr>
            <a:spLocks noGrp="1"/>
          </p:cNvSpPr>
          <p:nvPr>
            <p:ph type="body" sz="quarter" idx="44"/>
          </p:nvPr>
        </p:nvSpPr>
        <p:spPr>
          <a:xfrm>
            <a:off x="1385317" y="6930654"/>
            <a:ext cx="15480000" cy="1098753"/>
          </a:xfrm>
        </p:spPr>
        <p:txBody>
          <a:bodyPr wrap="square" lIns="0" tIns="0" rIns="0" bIns="72000" anchor="t">
            <a:spAutoFit/>
          </a:bodyPr>
          <a:lstStyle/>
          <a:p>
            <a:r>
              <a:rPr lang="en-GB" dirty="0">
                <a:latin typeface="Times New Roman"/>
                <a:cs typeface="Times New Roman"/>
              </a:rPr>
              <a:t>Motivation</a:t>
            </a:r>
            <a:endParaRPr lang="en-US" dirty="0"/>
          </a:p>
        </p:txBody>
      </p:sp>
      <p:sp>
        <p:nvSpPr>
          <p:cNvPr id="23" name="Platshållare för text 22">
            <a:extLst>
              <a:ext uri="{FF2B5EF4-FFF2-40B4-BE49-F238E27FC236}">
                <a16:creationId xmlns:a16="http://schemas.microsoft.com/office/drawing/2014/main" id="{3F9835CF-3782-4443-9D9E-B3BB7E31B16A}"/>
              </a:ext>
            </a:extLst>
          </p:cNvPr>
          <p:cNvSpPr>
            <a:spLocks noGrp="1"/>
          </p:cNvSpPr>
          <p:nvPr>
            <p:ph type="body" sz="quarter" idx="45"/>
          </p:nvPr>
        </p:nvSpPr>
        <p:spPr>
          <a:xfrm>
            <a:off x="1265393" y="17545093"/>
            <a:ext cx="15480000" cy="1098753"/>
          </a:xfrm>
        </p:spPr>
        <p:txBody>
          <a:bodyPr wrap="square" lIns="0" tIns="0" rIns="0" bIns="72000">
            <a:spAutoFit/>
          </a:bodyPr>
          <a:lstStyle/>
          <a:p>
            <a:r>
              <a:rPr lang="en-GB" dirty="0">
                <a:latin typeface="Times New Roman"/>
                <a:cs typeface="Times New Roman"/>
              </a:rPr>
              <a:t>Aims</a:t>
            </a:r>
            <a:endParaRPr lang="en-GB" dirty="0"/>
          </a:p>
        </p:txBody>
      </p:sp>
      <p:sp>
        <p:nvSpPr>
          <p:cNvPr id="24" name="Platshållare för text 23">
            <a:extLst>
              <a:ext uri="{FF2B5EF4-FFF2-40B4-BE49-F238E27FC236}">
                <a16:creationId xmlns:a16="http://schemas.microsoft.com/office/drawing/2014/main" id="{E755D0CA-59F9-6A46-B1BE-6D2C37CB36C9}"/>
              </a:ext>
            </a:extLst>
          </p:cNvPr>
          <p:cNvSpPr>
            <a:spLocks noGrp="1"/>
          </p:cNvSpPr>
          <p:nvPr>
            <p:ph type="body" sz="quarter" idx="46"/>
          </p:nvPr>
        </p:nvSpPr>
        <p:spPr>
          <a:xfrm>
            <a:off x="1392155" y="22862721"/>
            <a:ext cx="15480000" cy="1098753"/>
          </a:xfrm>
        </p:spPr>
        <p:txBody>
          <a:bodyPr/>
          <a:lstStyle/>
          <a:p>
            <a:r>
              <a:rPr lang="en-GB" dirty="0"/>
              <a:t>Methods</a:t>
            </a:r>
          </a:p>
        </p:txBody>
      </p:sp>
      <p:sp>
        <p:nvSpPr>
          <p:cNvPr id="42" name="Platshållare för text 23">
            <a:extLst>
              <a:ext uri="{FF2B5EF4-FFF2-40B4-BE49-F238E27FC236}">
                <a16:creationId xmlns:a16="http://schemas.microsoft.com/office/drawing/2014/main" id="{4D78EB10-389E-295C-16A7-25326ABBB0DD}"/>
              </a:ext>
            </a:extLst>
          </p:cNvPr>
          <p:cNvSpPr txBox="1">
            <a:spLocks/>
          </p:cNvSpPr>
          <p:nvPr/>
        </p:nvSpPr>
        <p:spPr>
          <a:xfrm>
            <a:off x="1235896" y="30363167"/>
            <a:ext cx="15480000" cy="1098753"/>
          </a:xfrm>
          <a:prstGeom prst="callout1">
            <a:avLst>
              <a:gd name="adj1" fmla="val 100083"/>
              <a:gd name="adj2" fmla="val 99920"/>
              <a:gd name="adj3" fmla="val 99878"/>
              <a:gd name="adj4" fmla="val 33"/>
            </a:avLst>
          </a:prstGeom>
          <a:ln w="28575">
            <a:solidFill>
              <a:schemeClr val="accent1"/>
            </a:solidFill>
          </a:ln>
        </p:spPr>
        <p:txBody>
          <a:bodyPr wrap="square" lIns="0" tIns="0" rIns="0" bIns="72000" anchor="t">
            <a:spAutoFit/>
          </a:bodyPr>
          <a:lstStyle>
            <a:lvl1pPr marL="0" indent="0" algn="l" defTabSz="4174769" rtl="0" eaLnBrk="1" latinLnBrk="0" hangingPunct="1">
              <a:lnSpc>
                <a:spcPct val="95000"/>
              </a:lnSpc>
              <a:spcBef>
                <a:spcPts val="0"/>
              </a:spcBef>
              <a:buFontTx/>
              <a:buNone/>
              <a:defRPr sz="7000" b="0" i="0" kern="1200">
                <a:solidFill>
                  <a:schemeClr val="accent1"/>
                </a:solidFill>
                <a:latin typeface="Times New Roman" panose="02020603050405020304" pitchFamily="18" charset="0"/>
                <a:ea typeface="+mn-ea"/>
                <a:cs typeface="+mn-cs"/>
              </a:defRPr>
            </a:lvl1pPr>
            <a:lvl2pPr marL="2087382" indent="0" algn="l" defTabSz="4174769" rtl="0" eaLnBrk="1" latinLnBrk="0" hangingPunct="1">
              <a:spcBef>
                <a:spcPct val="20000"/>
              </a:spcBef>
              <a:buFontTx/>
              <a:buNone/>
              <a:defRPr sz="12900" b="1" i="0" kern="1200">
                <a:solidFill>
                  <a:schemeClr val="accent1"/>
                </a:solidFill>
                <a:latin typeface="Adobe Garamond Pro" panose="02020502060506020403" pitchFamily="18" charset="0"/>
                <a:ea typeface="+mn-ea"/>
                <a:cs typeface="+mn-cs"/>
              </a:defRPr>
            </a:lvl2pPr>
            <a:lvl3pPr marL="4174769" indent="0" algn="l" defTabSz="4174769" rtl="0" eaLnBrk="1" latinLnBrk="0" hangingPunct="1">
              <a:spcBef>
                <a:spcPct val="20000"/>
              </a:spcBef>
              <a:buFontTx/>
              <a:buNone/>
              <a:defRPr sz="11000" b="1" i="0" kern="1200">
                <a:solidFill>
                  <a:schemeClr val="accent1"/>
                </a:solidFill>
                <a:latin typeface="Adobe Garamond Pro" panose="02020502060506020403" pitchFamily="18" charset="0"/>
                <a:ea typeface="+mn-ea"/>
                <a:cs typeface="+mn-cs"/>
              </a:defRPr>
            </a:lvl3pPr>
            <a:lvl4pPr marL="6262151" indent="0" algn="l" defTabSz="4174769" rtl="0" eaLnBrk="1" latinLnBrk="0" hangingPunct="1">
              <a:spcBef>
                <a:spcPct val="20000"/>
              </a:spcBef>
              <a:buFontTx/>
              <a:buNone/>
              <a:defRPr sz="9100" b="1" i="0" kern="1200">
                <a:solidFill>
                  <a:schemeClr val="accent1"/>
                </a:solidFill>
                <a:latin typeface="Adobe Garamond Pro" panose="02020502060506020403" pitchFamily="18" charset="0"/>
                <a:ea typeface="+mn-ea"/>
                <a:cs typeface="+mn-cs"/>
              </a:defRPr>
            </a:lvl4pPr>
            <a:lvl5pPr marL="8349538" indent="0" algn="l" defTabSz="4174769" rtl="0" eaLnBrk="1" latinLnBrk="0" hangingPunct="1">
              <a:spcBef>
                <a:spcPct val="20000"/>
              </a:spcBef>
              <a:buFontTx/>
              <a:buNone/>
              <a:defRPr sz="9100" b="1" i="0" kern="1200">
                <a:solidFill>
                  <a:schemeClr val="accent1"/>
                </a:solidFill>
                <a:latin typeface="Adobe Garamond Pro" panose="02020502060506020403" pitchFamily="18" charset="0"/>
                <a:ea typeface="+mn-ea"/>
                <a:cs typeface="+mn-cs"/>
              </a:defRPr>
            </a:lvl5pPr>
            <a:lvl6pPr marL="11480613"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995"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5384"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2766"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r>
              <a:rPr lang="en-SE" dirty="0">
                <a:latin typeface="Times New Roman"/>
                <a:cs typeface="Times New Roman"/>
              </a:rPr>
              <a:t>A visualization tool</a:t>
            </a:r>
            <a:endParaRPr lang="en-US" dirty="0"/>
          </a:p>
        </p:txBody>
      </p:sp>
      <p:sp>
        <p:nvSpPr>
          <p:cNvPr id="46" name="Platshållare för text 9">
            <a:extLst>
              <a:ext uri="{FF2B5EF4-FFF2-40B4-BE49-F238E27FC236}">
                <a16:creationId xmlns:a16="http://schemas.microsoft.com/office/drawing/2014/main" id="{14BD8B25-D66C-1C5E-0B34-D926E4AF3A4D}"/>
              </a:ext>
            </a:extLst>
          </p:cNvPr>
          <p:cNvSpPr txBox="1">
            <a:spLocks/>
          </p:cNvSpPr>
          <p:nvPr/>
        </p:nvSpPr>
        <p:spPr>
          <a:xfrm>
            <a:off x="1270956" y="31803328"/>
            <a:ext cx="15480000" cy="1554262"/>
          </a:xfrm>
          <a:prstGeom prst="rect">
            <a:avLst/>
          </a:prstGeom>
        </p:spPr>
        <p:txBody>
          <a:bodyPr lIns="0" tIns="0" rIns="0" bIns="0" numCol="1" spcCol="719855" anchor="t"/>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kern="1200" baseline="0">
                <a:solidFill>
                  <a:schemeClr val="tx1"/>
                </a:solidFill>
                <a:latin typeface="Arial" panose="020B0604020202020204" pitchFamily="34" charset="0"/>
                <a:ea typeface="+mn-ea"/>
                <a:cs typeface="+mn-cs"/>
              </a:defRPr>
            </a:lvl1pPr>
            <a:lvl2pPr marL="2087382"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2pPr>
            <a:lvl3pPr marL="4174769"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3pPr>
            <a:lvl4pPr marL="6262151"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4pPr>
            <a:lvl5pPr marL="8349540"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5pPr>
            <a:lvl6pPr marL="11480613"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995"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5384"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2766"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algn="just">
              <a:spcBef>
                <a:spcPts val="0"/>
              </a:spcBef>
            </a:pPr>
            <a:r>
              <a:rPr lang="en-GB" dirty="0">
                <a:solidFill>
                  <a:schemeClr val="tx2"/>
                </a:solidFill>
                <a:latin typeface="Arial"/>
                <a:cs typeface="Arial"/>
              </a:rPr>
              <a:t>We developed a web application for exploring the interactive map shown here, with additional variables on income, population density, literacy, housing and basic services.</a:t>
            </a:r>
            <a:endParaRPr lang="en-US" dirty="0">
              <a:solidFill>
                <a:schemeClr val="tx2"/>
              </a:solidFill>
              <a:cs typeface="Arial"/>
            </a:endParaRPr>
          </a:p>
        </p:txBody>
      </p:sp>
      <p:sp>
        <p:nvSpPr>
          <p:cNvPr id="62" name="Platshållare för text 18">
            <a:extLst>
              <a:ext uri="{FF2B5EF4-FFF2-40B4-BE49-F238E27FC236}">
                <a16:creationId xmlns:a16="http://schemas.microsoft.com/office/drawing/2014/main" id="{CAD6A1D8-EE33-1F1B-222A-28116FE27751}"/>
              </a:ext>
            </a:extLst>
          </p:cNvPr>
          <p:cNvSpPr txBox="1">
            <a:spLocks/>
          </p:cNvSpPr>
          <p:nvPr/>
        </p:nvSpPr>
        <p:spPr>
          <a:xfrm>
            <a:off x="17782365" y="8390647"/>
            <a:ext cx="11614627" cy="2543733"/>
          </a:xfrm>
          <a:prstGeom prst="rect">
            <a:avLst/>
          </a:prstGeom>
        </p:spPr>
        <p:txBody>
          <a:bodyPr lIns="0" tIns="0" rIns="0" bIns="0" numCol="1" spcCol="719855" anchor="t"/>
          <a:lstStyle>
            <a:lvl1pPr marL="0" marR="0" indent="0" algn="l" defTabSz="4174769" rtl="0" eaLnBrk="1" fontAlgn="auto" latinLnBrk="0" hangingPunct="1">
              <a:lnSpc>
                <a:spcPct val="110000"/>
              </a:lnSpc>
              <a:spcBef>
                <a:spcPts val="0"/>
              </a:spcBef>
              <a:spcAft>
                <a:spcPts val="0"/>
              </a:spcAft>
              <a:buClrTx/>
              <a:buSzTx/>
              <a:buFont typeface="Arial" pitchFamily="34" charset="0"/>
              <a:buNone/>
              <a:tabLst/>
              <a:defRPr sz="2400" b="0" i="0" kern="1200" baseline="0">
                <a:solidFill>
                  <a:schemeClr val="tx1"/>
                </a:solidFill>
                <a:latin typeface="Arial" panose="020B0604020202020204" pitchFamily="34" charset="0"/>
                <a:ea typeface="+mn-ea"/>
                <a:cs typeface="+mn-cs"/>
              </a:defRPr>
            </a:lvl1pPr>
            <a:lvl2pPr marL="2087382"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2pPr>
            <a:lvl3pPr marL="4174769"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3pPr>
            <a:lvl4pPr marL="6262151"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4pPr>
            <a:lvl5pPr marL="8349540"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5pPr>
            <a:lvl6pPr marL="11480613"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995"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5384"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2766"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algn="just"/>
            <a:r>
              <a:rPr lang="en-SE" sz="3600" dirty="0">
                <a:solidFill>
                  <a:srgbClr val="53534E"/>
                </a:solidFill>
                <a:latin typeface="Arial"/>
                <a:cs typeface="Arial"/>
              </a:rPr>
              <a:t>In a first analysis we focused only on sanitation as core infrastructure. We looked at the percent of households in an area with no or only rudimentary access to sanitation, which should decrease with infrastructure investment.   </a:t>
            </a:r>
            <a:endParaRPr lang="en-US" sz="3600" dirty="0">
              <a:solidFill>
                <a:srgbClr val="53534E"/>
              </a:solidFill>
              <a:cs typeface="Arial"/>
            </a:endParaRPr>
          </a:p>
        </p:txBody>
      </p:sp>
      <p:sp>
        <p:nvSpPr>
          <p:cNvPr id="340" name="Rectangle 339">
            <a:extLst>
              <a:ext uri="{FF2B5EF4-FFF2-40B4-BE49-F238E27FC236}">
                <a16:creationId xmlns:a16="http://schemas.microsoft.com/office/drawing/2014/main" id="{21B377EA-CD89-4976-A8F7-E767E3D0CA57}"/>
              </a:ext>
            </a:extLst>
          </p:cNvPr>
          <p:cNvSpPr>
            <a:spLocks noGrp="1"/>
          </p:cNvSpPr>
          <p:nvPr/>
        </p:nvSpPr>
        <p:spPr>
          <a:xfrm>
            <a:off x="25792088" y="38086973"/>
            <a:ext cx="3483990" cy="3619297"/>
          </a:xfrm>
          <a:prstGeom prst="rect">
            <a:avLst/>
          </a:prstGeom>
          <a:solidFill>
            <a:srgbClr val="D5D0C3"/>
          </a:solidFill>
          <a:ln w="0">
            <a:noFill/>
          </a:ln>
        </p:spPr>
        <p:txBody>
          <a:bodyPr/>
          <a:lstStyle/>
          <a:p>
            <a:endParaRPr lang="en-SE" sz="8000"/>
          </a:p>
        </p:txBody>
      </p:sp>
      <p:sp>
        <p:nvSpPr>
          <p:cNvPr id="342" name="Rectangle 341">
            <a:extLst>
              <a:ext uri="{FF2B5EF4-FFF2-40B4-BE49-F238E27FC236}">
                <a16:creationId xmlns:a16="http://schemas.microsoft.com/office/drawing/2014/main" id="{24092EBA-8812-4717-B971-7E3705BA8449}"/>
              </a:ext>
            </a:extLst>
          </p:cNvPr>
          <p:cNvSpPr>
            <a:spLocks noGrp="1"/>
          </p:cNvSpPr>
          <p:nvPr/>
        </p:nvSpPr>
        <p:spPr>
          <a:xfrm>
            <a:off x="25985128" y="41276265"/>
            <a:ext cx="3601994" cy="540910"/>
          </a:xfrm>
          <a:prstGeom prst="rect">
            <a:avLst/>
          </a:prstGeom>
          <a:noFill/>
          <a:ln w="0">
            <a:noFill/>
          </a:ln>
        </p:spPr>
        <p:txBody>
          <a:bodyPr>
            <a:noAutofit/>
          </a:bodyPr>
          <a:lstStyle/>
          <a:p>
            <a:pPr>
              <a:defRPr sz="2775">
                <a:solidFill>
                  <a:srgbClr val="53534E"/>
                </a:solidFill>
                <a:latin typeface="Arial"/>
                <a:ea typeface="Arial"/>
                <a:cs typeface="Arial"/>
              </a:defRPr>
            </a:pPr>
            <a:r>
              <a:rPr sz="2000" b="1" dirty="0" err="1">
                <a:solidFill>
                  <a:srgbClr val="53534E"/>
                </a:solidFill>
                <a:latin typeface="Arial"/>
                <a:ea typeface="Arial"/>
                <a:cs typeface="Arial"/>
              </a:rPr>
              <a:t>fabio.schreiber@keg.lu.s</a:t>
            </a:r>
            <a:r>
              <a:rPr lang="sv-SE" sz="2000" b="1" dirty="0">
                <a:solidFill>
                  <a:srgbClr val="53534E"/>
                </a:solidFill>
                <a:latin typeface="Arial"/>
                <a:ea typeface="Arial"/>
                <a:cs typeface="Arial"/>
              </a:rPr>
              <a:t>e</a:t>
            </a:r>
            <a:endParaRPr sz="2000" b="1" dirty="0">
              <a:solidFill>
                <a:srgbClr val="53534E"/>
              </a:solidFill>
              <a:latin typeface="Arial"/>
              <a:ea typeface="Arial"/>
              <a:cs typeface="Arial"/>
            </a:endParaRPr>
          </a:p>
        </p:txBody>
      </p:sp>
      <p:pic>
        <p:nvPicPr>
          <p:cNvPr id="3" name="Picture 2">
            <a:extLst>
              <a:ext uri="{FF2B5EF4-FFF2-40B4-BE49-F238E27FC236}">
                <a16:creationId xmlns:a16="http://schemas.microsoft.com/office/drawing/2014/main" id="{B066DCED-07CF-AF34-CED0-83F986EE7EE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702896" y="24308507"/>
            <a:ext cx="11699477" cy="11699477"/>
          </a:xfrm>
          <a:prstGeom prst="rect">
            <a:avLst/>
          </a:prstGeom>
        </p:spPr>
      </p:pic>
      <p:sp>
        <p:nvSpPr>
          <p:cNvPr id="4" name="Platshållare för text 23">
            <a:extLst>
              <a:ext uri="{FF2B5EF4-FFF2-40B4-BE49-F238E27FC236}">
                <a16:creationId xmlns:a16="http://schemas.microsoft.com/office/drawing/2014/main" id="{D6326C3F-23B6-4206-ED88-E6BC8FF3929F}"/>
              </a:ext>
            </a:extLst>
          </p:cNvPr>
          <p:cNvSpPr txBox="1">
            <a:spLocks/>
          </p:cNvSpPr>
          <p:nvPr/>
        </p:nvSpPr>
        <p:spPr>
          <a:xfrm>
            <a:off x="17702307" y="6906246"/>
            <a:ext cx="8078258" cy="1098753"/>
          </a:xfrm>
          <a:prstGeom prst="callout1">
            <a:avLst>
              <a:gd name="adj1" fmla="val 100083"/>
              <a:gd name="adj2" fmla="val 143877"/>
              <a:gd name="adj3" fmla="val 102687"/>
              <a:gd name="adj4" fmla="val -438"/>
            </a:avLst>
          </a:prstGeom>
          <a:ln w="28575">
            <a:solidFill>
              <a:schemeClr val="accent1"/>
            </a:solidFill>
          </a:ln>
        </p:spPr>
        <p:txBody>
          <a:bodyPr wrap="square" lIns="0" tIns="0" rIns="0" bIns="72000" anchor="t">
            <a:spAutoFit/>
          </a:bodyPr>
          <a:lstStyle>
            <a:lvl1pPr marL="0" indent="0" algn="l" defTabSz="4174769" rtl="0" eaLnBrk="1" latinLnBrk="0" hangingPunct="1">
              <a:lnSpc>
                <a:spcPct val="95000"/>
              </a:lnSpc>
              <a:spcBef>
                <a:spcPts val="0"/>
              </a:spcBef>
              <a:buFontTx/>
              <a:buNone/>
              <a:defRPr sz="7000" b="0" i="0" kern="1200">
                <a:solidFill>
                  <a:schemeClr val="accent1"/>
                </a:solidFill>
                <a:latin typeface="Times New Roman" panose="02020603050405020304" pitchFamily="18" charset="0"/>
                <a:ea typeface="+mn-ea"/>
                <a:cs typeface="+mn-cs"/>
              </a:defRPr>
            </a:lvl1pPr>
            <a:lvl2pPr marL="2087382" indent="0" algn="l" defTabSz="4174769" rtl="0" eaLnBrk="1" latinLnBrk="0" hangingPunct="1">
              <a:spcBef>
                <a:spcPct val="20000"/>
              </a:spcBef>
              <a:buFontTx/>
              <a:buNone/>
              <a:defRPr sz="12900" b="1" i="0" kern="1200">
                <a:solidFill>
                  <a:schemeClr val="accent1"/>
                </a:solidFill>
                <a:latin typeface="Adobe Garamond Pro" panose="02020502060506020403" pitchFamily="18" charset="0"/>
                <a:ea typeface="+mn-ea"/>
                <a:cs typeface="+mn-cs"/>
              </a:defRPr>
            </a:lvl2pPr>
            <a:lvl3pPr marL="4174769" indent="0" algn="l" defTabSz="4174769" rtl="0" eaLnBrk="1" latinLnBrk="0" hangingPunct="1">
              <a:spcBef>
                <a:spcPct val="20000"/>
              </a:spcBef>
              <a:buFontTx/>
              <a:buNone/>
              <a:defRPr sz="11000" b="1" i="0" kern="1200">
                <a:solidFill>
                  <a:schemeClr val="accent1"/>
                </a:solidFill>
                <a:latin typeface="Adobe Garamond Pro" panose="02020502060506020403" pitchFamily="18" charset="0"/>
                <a:ea typeface="+mn-ea"/>
                <a:cs typeface="+mn-cs"/>
              </a:defRPr>
            </a:lvl3pPr>
            <a:lvl4pPr marL="6262151" indent="0" algn="l" defTabSz="4174769" rtl="0" eaLnBrk="1" latinLnBrk="0" hangingPunct="1">
              <a:spcBef>
                <a:spcPct val="20000"/>
              </a:spcBef>
              <a:buFontTx/>
              <a:buNone/>
              <a:defRPr sz="9100" b="1" i="0" kern="1200">
                <a:solidFill>
                  <a:schemeClr val="accent1"/>
                </a:solidFill>
                <a:latin typeface="Adobe Garamond Pro" panose="02020502060506020403" pitchFamily="18" charset="0"/>
                <a:ea typeface="+mn-ea"/>
                <a:cs typeface="+mn-cs"/>
              </a:defRPr>
            </a:lvl4pPr>
            <a:lvl5pPr marL="8349538" indent="0" algn="l" defTabSz="4174769" rtl="0" eaLnBrk="1" latinLnBrk="0" hangingPunct="1">
              <a:spcBef>
                <a:spcPct val="20000"/>
              </a:spcBef>
              <a:buFontTx/>
              <a:buNone/>
              <a:defRPr sz="9100" b="1" i="0" kern="1200">
                <a:solidFill>
                  <a:schemeClr val="accent1"/>
                </a:solidFill>
                <a:latin typeface="Adobe Garamond Pro" panose="02020502060506020403" pitchFamily="18" charset="0"/>
                <a:ea typeface="+mn-ea"/>
                <a:cs typeface="+mn-cs"/>
              </a:defRPr>
            </a:lvl5pPr>
            <a:lvl6pPr marL="11480613"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995"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5384"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2766"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r>
              <a:rPr lang="en-GB" dirty="0">
                <a:latin typeface="Times New Roman"/>
                <a:cs typeface="Times New Roman"/>
              </a:rPr>
              <a:t>Preliminary Analysis</a:t>
            </a:r>
            <a:endParaRPr lang="en-GB" dirty="0"/>
          </a:p>
        </p:txBody>
      </p:sp>
      <p:pic>
        <p:nvPicPr>
          <p:cNvPr id="11" name="Picture 10">
            <a:extLst>
              <a:ext uri="{FF2B5EF4-FFF2-40B4-BE49-F238E27FC236}">
                <a16:creationId xmlns:a16="http://schemas.microsoft.com/office/drawing/2014/main" id="{3F385BBD-B900-64E1-BD66-E1014F2C55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42393" y="38384213"/>
            <a:ext cx="3120715" cy="3099336"/>
          </a:xfrm>
          <a:prstGeom prst="rect">
            <a:avLst/>
          </a:prstGeom>
        </p:spPr>
      </p:pic>
      <p:sp>
        <p:nvSpPr>
          <p:cNvPr id="12" name="Rectangle 11">
            <a:extLst>
              <a:ext uri="{FF2B5EF4-FFF2-40B4-BE49-F238E27FC236}">
                <a16:creationId xmlns:a16="http://schemas.microsoft.com/office/drawing/2014/main" id="{68648F4F-0DA1-0203-0237-411364B5FC20}"/>
              </a:ext>
            </a:extLst>
          </p:cNvPr>
          <p:cNvSpPr>
            <a:spLocks noGrp="1"/>
          </p:cNvSpPr>
          <p:nvPr/>
        </p:nvSpPr>
        <p:spPr>
          <a:xfrm>
            <a:off x="26338127" y="38129689"/>
            <a:ext cx="2529246" cy="540910"/>
          </a:xfrm>
          <a:prstGeom prst="rect">
            <a:avLst/>
          </a:prstGeom>
          <a:noFill/>
          <a:ln w="0">
            <a:noFill/>
          </a:ln>
        </p:spPr>
        <p:txBody>
          <a:bodyPr>
            <a:noAutofit/>
          </a:bodyPr>
          <a:lstStyle/>
          <a:p>
            <a:pPr>
              <a:defRPr sz="2775">
                <a:solidFill>
                  <a:srgbClr val="53534E"/>
                </a:solidFill>
                <a:latin typeface="Arial"/>
                <a:ea typeface="Arial"/>
                <a:cs typeface="Arial"/>
              </a:defRPr>
            </a:pPr>
            <a:r>
              <a:rPr lang="sv-SE" sz="2000" b="1" dirty="0">
                <a:solidFill>
                  <a:srgbClr val="53534E"/>
                </a:solidFill>
                <a:latin typeface="Arial"/>
                <a:ea typeface="Arial"/>
                <a:cs typeface="Arial"/>
              </a:rPr>
              <a:t>Contact and profile</a:t>
            </a:r>
            <a:endParaRPr sz="2000" b="1" dirty="0">
              <a:solidFill>
                <a:srgbClr val="53534E"/>
              </a:solidFill>
              <a:latin typeface="Arial"/>
              <a:ea typeface="Arial"/>
              <a:cs typeface="Arial"/>
            </a:endParaRPr>
          </a:p>
        </p:txBody>
      </p:sp>
      <p:sp>
        <p:nvSpPr>
          <p:cNvPr id="14" name="Platshållare för text 9">
            <a:extLst>
              <a:ext uri="{FF2B5EF4-FFF2-40B4-BE49-F238E27FC236}">
                <a16:creationId xmlns:a16="http://schemas.microsoft.com/office/drawing/2014/main" id="{A08C3172-E0DC-BBE8-5552-F32C839B7E17}"/>
              </a:ext>
            </a:extLst>
          </p:cNvPr>
          <p:cNvSpPr txBox="1">
            <a:spLocks/>
          </p:cNvSpPr>
          <p:nvPr/>
        </p:nvSpPr>
        <p:spPr>
          <a:xfrm>
            <a:off x="1256993" y="18769411"/>
            <a:ext cx="15480000" cy="3930995"/>
          </a:xfrm>
          <a:prstGeom prst="rect">
            <a:avLst/>
          </a:prstGeom>
        </p:spPr>
        <p:txBody>
          <a:bodyPr lIns="0" tIns="0" rIns="0" bIns="0" numCol="1" spcCol="719855"/>
          <a:lstStyle>
            <a:lvl1pPr marL="0" marR="0" indent="0" algn="l" defTabSz="4174769" rtl="0" eaLnBrk="1" fontAlgn="auto" latinLnBrk="0" hangingPunct="1">
              <a:lnSpc>
                <a:spcPct val="100000"/>
              </a:lnSpc>
              <a:spcBef>
                <a:spcPct val="20000"/>
              </a:spcBef>
              <a:spcAft>
                <a:spcPts val="0"/>
              </a:spcAft>
              <a:buClrTx/>
              <a:buSzTx/>
              <a:buFont typeface="Arial" pitchFamily="34" charset="0"/>
              <a:buNone/>
              <a:tabLst/>
              <a:defRPr sz="3600" b="0" i="0" kern="1200" baseline="0">
                <a:solidFill>
                  <a:schemeClr val="tx1"/>
                </a:solidFill>
                <a:latin typeface="Arial" panose="020B0604020202020204" pitchFamily="34" charset="0"/>
                <a:ea typeface="+mn-ea"/>
                <a:cs typeface="+mn-cs"/>
              </a:defRPr>
            </a:lvl1pPr>
            <a:lvl2pPr marL="2087382"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2pPr>
            <a:lvl3pPr marL="4174769"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3pPr>
            <a:lvl4pPr marL="6262151"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4pPr>
            <a:lvl5pPr marL="8349540" indent="0" algn="l" defTabSz="4174769" rtl="0" eaLnBrk="1" latinLnBrk="0" hangingPunct="1">
              <a:spcBef>
                <a:spcPct val="20000"/>
              </a:spcBef>
              <a:buFont typeface="Arial" pitchFamily="34" charset="0"/>
              <a:buNone/>
              <a:defRPr sz="5900" kern="1200">
                <a:solidFill>
                  <a:schemeClr val="tx1"/>
                </a:solidFill>
                <a:latin typeface="Frutiger 45 Light" pitchFamily="34" charset="0"/>
                <a:ea typeface="+mn-ea"/>
                <a:cs typeface="+mn-cs"/>
              </a:defRPr>
            </a:lvl5pPr>
            <a:lvl6pPr marL="11480613"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995"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5384"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2766" indent="-1043692" algn="l" defTabSz="4174769"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marL="571500" indent="-571500" algn="just">
              <a:spcBef>
                <a:spcPts val="20"/>
              </a:spcBef>
              <a:buChar char="•"/>
            </a:pPr>
            <a:r>
              <a:rPr lang="en-GB" dirty="0">
                <a:solidFill>
                  <a:schemeClr val="tx2"/>
                </a:solidFill>
                <a:latin typeface="Arial"/>
                <a:cs typeface="Arial"/>
              </a:rPr>
              <a:t>build a georeferenced national database of major public infrastructure investments covering the 2010–2020 intercensal period;</a:t>
            </a:r>
            <a:endParaRPr lang="en-US" dirty="0"/>
          </a:p>
          <a:p>
            <a:pPr marL="571500" indent="-571500" algn="just">
              <a:spcBef>
                <a:spcPts val="20"/>
              </a:spcBef>
              <a:buChar char="•"/>
            </a:pPr>
            <a:r>
              <a:rPr lang="en-GB" dirty="0">
                <a:solidFill>
                  <a:schemeClr val="tx2"/>
                </a:solidFill>
                <a:latin typeface="Arial"/>
                <a:cs typeface="Arial"/>
              </a:rPr>
              <a:t>integrate information from multiple sources to create a consistent spatial record of infrastructure investment across the country;</a:t>
            </a:r>
          </a:p>
          <a:p>
            <a:pPr marL="571500" indent="-571500" algn="just">
              <a:spcBef>
                <a:spcPts val="20"/>
              </a:spcBef>
              <a:buChar char="•"/>
            </a:pPr>
            <a:r>
              <a:rPr lang="en-GB" dirty="0">
                <a:solidFill>
                  <a:schemeClr val="tx2"/>
                </a:solidFill>
                <a:latin typeface="Arial"/>
                <a:cs typeface="Arial"/>
              </a:rPr>
              <a:t>link this database with census data to enable spatial analysis of how infrastructure development intersects with changing patterns of racial and socio-spatial inequality over time</a:t>
            </a:r>
          </a:p>
          <a:p>
            <a:pPr algn="just"/>
            <a:endParaRPr lang="en-GB" dirty="0">
              <a:solidFill>
                <a:schemeClr val="tx2"/>
              </a:solidFill>
              <a:cs typeface="Arial"/>
            </a:endParaRPr>
          </a:p>
        </p:txBody>
      </p:sp>
      <p:pic>
        <p:nvPicPr>
          <p:cNvPr id="2" name="Picture 1">
            <a:extLst>
              <a:ext uri="{FF2B5EF4-FFF2-40B4-BE49-F238E27FC236}">
                <a16:creationId xmlns:a16="http://schemas.microsoft.com/office/drawing/2014/main" id="{FD061981-6155-DA86-2E68-DC9C3D36DA85}"/>
              </a:ext>
            </a:extLst>
          </p:cNvPr>
          <p:cNvPicPr>
            <a:picLocks noChangeAspect="1"/>
          </p:cNvPicPr>
          <p:nvPr/>
        </p:nvPicPr>
        <p:blipFill>
          <a:blip r:embed="rId5"/>
          <a:stretch>
            <a:fillRect/>
          </a:stretch>
        </p:blipFill>
        <p:spPr>
          <a:xfrm>
            <a:off x="1265393" y="33911908"/>
            <a:ext cx="15699408" cy="7871175"/>
          </a:xfrm>
          <a:prstGeom prst="rect">
            <a:avLst/>
          </a:prstGeom>
        </p:spPr>
      </p:pic>
      <p:pic>
        <p:nvPicPr>
          <p:cNvPr id="9" name="Picture 8" descr="Hägerstrand Lab logo with time-geography paths, satellite data, computational grid, and social science figures">
            <a:extLst>
              <a:ext uri="{FF2B5EF4-FFF2-40B4-BE49-F238E27FC236}">
                <a16:creationId xmlns:a16="http://schemas.microsoft.com/office/drawing/2014/main" id="{5253EC21-1DEE-A382-44EB-B565444BB99D}"/>
              </a:ext>
            </a:extLst>
          </p:cNvPr>
          <p:cNvPicPr>
            <a:picLocks noChangeAspect="1"/>
          </p:cNvPicPr>
          <p:nvPr/>
        </p:nvPicPr>
        <p:blipFill>
          <a:blip r:embed="rId6"/>
          <a:stretch>
            <a:fillRect/>
          </a:stretch>
        </p:blipFill>
        <p:spPr>
          <a:xfrm>
            <a:off x="21718911" y="38086973"/>
            <a:ext cx="3672050" cy="3619297"/>
          </a:xfrm>
          <a:prstGeom prst="rect">
            <a:avLst/>
          </a:prstGeom>
        </p:spPr>
      </p:pic>
      <p:sp>
        <p:nvSpPr>
          <p:cNvPr id="13" name="Rectangle 12">
            <a:extLst>
              <a:ext uri="{FF2B5EF4-FFF2-40B4-BE49-F238E27FC236}">
                <a16:creationId xmlns:a16="http://schemas.microsoft.com/office/drawing/2014/main" id="{367CE333-3151-7B89-DDC0-C744CFE1D206}"/>
              </a:ext>
            </a:extLst>
          </p:cNvPr>
          <p:cNvSpPr>
            <a:spLocks noGrp="1"/>
          </p:cNvSpPr>
          <p:nvPr/>
        </p:nvSpPr>
        <p:spPr>
          <a:xfrm>
            <a:off x="17702307" y="38086973"/>
            <a:ext cx="3615478" cy="3619297"/>
          </a:xfrm>
          <a:prstGeom prst="rect">
            <a:avLst/>
          </a:prstGeom>
          <a:solidFill>
            <a:schemeClr val="bg2">
              <a:lumMod val="50000"/>
            </a:schemeClr>
          </a:solidFill>
          <a:ln w="0">
            <a:noFill/>
          </a:ln>
        </p:spPr>
        <p:txBody>
          <a:bodyPr/>
          <a:lstStyle/>
          <a:p>
            <a:endParaRPr lang="en-SE"/>
          </a:p>
        </p:txBody>
      </p:sp>
      <p:sp>
        <p:nvSpPr>
          <p:cNvPr id="16" name="TextBox 15">
            <a:extLst>
              <a:ext uri="{FF2B5EF4-FFF2-40B4-BE49-F238E27FC236}">
                <a16:creationId xmlns:a16="http://schemas.microsoft.com/office/drawing/2014/main" id="{7CE6C543-DA7B-8D8D-AE92-598E1DBC3CE5}"/>
              </a:ext>
            </a:extLst>
          </p:cNvPr>
          <p:cNvSpPr txBox="1"/>
          <p:nvPr/>
        </p:nvSpPr>
        <p:spPr>
          <a:xfrm>
            <a:off x="18063189" y="38388931"/>
            <a:ext cx="3060334" cy="3046988"/>
          </a:xfrm>
          <a:prstGeom prst="rect">
            <a:avLst/>
          </a:prstGeom>
          <a:noFill/>
        </p:spPr>
        <p:txBody>
          <a:bodyPr wrap="square" rtlCol="0">
            <a:spAutoFit/>
          </a:bodyPr>
          <a:lstStyle/>
          <a:p>
            <a:r>
              <a:rPr lang="en-SE" sz="4800" b="1" dirty="0">
                <a:solidFill>
                  <a:schemeClr val="bg1"/>
                </a:solidFill>
              </a:rPr>
              <a:t>Lund Social Sciences Methods Centre</a:t>
            </a:r>
            <a:endParaRPr lang="en-SE" sz="4800" dirty="0">
              <a:solidFill>
                <a:schemeClr val="bg1"/>
              </a:solidFill>
            </a:endParaRPr>
          </a:p>
        </p:txBody>
      </p:sp>
      <p:pic>
        <p:nvPicPr>
          <p:cNvPr id="32" name="Picture 31">
            <a:extLst>
              <a:ext uri="{FF2B5EF4-FFF2-40B4-BE49-F238E27FC236}">
                <a16:creationId xmlns:a16="http://schemas.microsoft.com/office/drawing/2014/main" id="{C70782BF-2D72-7B1E-7BA6-82C8EAB241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188945" y="38069032"/>
            <a:ext cx="3711180" cy="3615478"/>
          </a:xfrm>
          <a:prstGeom prst="rect">
            <a:avLst/>
          </a:prstGeom>
        </p:spPr>
      </p:pic>
      <p:pic>
        <p:nvPicPr>
          <p:cNvPr id="25" name="Picture 24">
            <a:extLst>
              <a:ext uri="{FF2B5EF4-FFF2-40B4-BE49-F238E27FC236}">
                <a16:creationId xmlns:a16="http://schemas.microsoft.com/office/drawing/2014/main" id="{607130C7-BEAB-0C9A-6767-C1A230DA586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7702895" y="11231620"/>
            <a:ext cx="11729447" cy="11729447"/>
          </a:xfrm>
          <a:prstGeom prst="rect">
            <a:avLst/>
          </a:prstGeom>
        </p:spPr>
      </p:pic>
      <p:sp>
        <p:nvSpPr>
          <p:cNvPr id="27" name="TextBox 26">
            <a:extLst>
              <a:ext uri="{FF2B5EF4-FFF2-40B4-BE49-F238E27FC236}">
                <a16:creationId xmlns:a16="http://schemas.microsoft.com/office/drawing/2014/main" id="{B050317C-7AE5-C29A-E17D-B3C0ED4EB14C}"/>
              </a:ext>
            </a:extLst>
          </p:cNvPr>
          <p:cNvSpPr txBox="1"/>
          <p:nvPr/>
        </p:nvSpPr>
        <p:spPr>
          <a:xfrm>
            <a:off x="17702895" y="23021537"/>
            <a:ext cx="11729447" cy="830997"/>
          </a:xfrm>
          <a:prstGeom prst="rect">
            <a:avLst/>
          </a:prstGeom>
          <a:noFill/>
        </p:spPr>
        <p:txBody>
          <a:bodyPr wrap="square">
            <a:spAutoFit/>
          </a:bodyPr>
          <a:lstStyle/>
          <a:p>
            <a:pPr algn="just"/>
            <a:r>
              <a:rPr lang="en-SE" sz="2400" dirty="0">
                <a:solidFill>
                  <a:schemeClr val="tx2"/>
                </a:solidFill>
              </a:rPr>
              <a:t>Inadequate sanitation declined in every racial-composition quintile. The largest reductions occurred in Q4 and Q5. Despite this progress, Q5 remained the most affected group in 2022.</a:t>
            </a:r>
          </a:p>
        </p:txBody>
      </p:sp>
      <p:sp>
        <p:nvSpPr>
          <p:cNvPr id="28" name="TextBox 27">
            <a:extLst>
              <a:ext uri="{FF2B5EF4-FFF2-40B4-BE49-F238E27FC236}">
                <a16:creationId xmlns:a16="http://schemas.microsoft.com/office/drawing/2014/main" id="{D664007B-2764-72A0-07CE-A9AA2111EDC3}"/>
              </a:ext>
            </a:extLst>
          </p:cNvPr>
          <p:cNvSpPr txBox="1"/>
          <p:nvPr/>
        </p:nvSpPr>
        <p:spPr>
          <a:xfrm>
            <a:off x="17702895" y="36126382"/>
            <a:ext cx="11729447" cy="1200329"/>
          </a:xfrm>
          <a:prstGeom prst="rect">
            <a:avLst/>
          </a:prstGeom>
          <a:noFill/>
        </p:spPr>
        <p:txBody>
          <a:bodyPr wrap="square">
            <a:spAutoFit/>
          </a:bodyPr>
          <a:lstStyle/>
          <a:p>
            <a:pPr algn="just"/>
            <a:r>
              <a:rPr lang="en-GB" sz="2400" dirty="0">
                <a:solidFill>
                  <a:schemeClr val="tx2"/>
                </a:solidFill>
              </a:rPr>
              <a:t>Q5 areas tend to have higher inadequate sanitation than Q1 areas. This pattern appears in lower-, middle-, and higher-income bands. Income differences therefore do not fully account for the spatial inequality.</a:t>
            </a:r>
            <a:endParaRPr lang="en-SE" sz="2400" dirty="0">
              <a:solidFill>
                <a:schemeClr val="tx2"/>
              </a:solidFill>
            </a:endParaRPr>
          </a:p>
        </p:txBody>
      </p:sp>
    </p:spTree>
    <p:extLst>
      <p:ext uri="{BB962C8B-B14F-4D97-AF65-F5344CB8AC3E}">
        <p14:creationId xmlns:p14="http://schemas.microsoft.com/office/powerpoint/2010/main" val="3125615383"/>
      </p:ext>
    </p:extLst>
  </p:cSld>
  <p:clrMapOvr>
    <a:masterClrMapping/>
  </p:clrMapOvr>
</p:sld>
</file>

<file path=ppt/theme/theme1.xml><?xml version="1.0" encoding="utf-8"?>
<a:theme xmlns:a="http://schemas.openxmlformats.org/drawingml/2006/main" name="LUEng_Portrait">
  <a:themeElements>
    <a:clrScheme name="Poster">
      <a:dk1>
        <a:srgbClr val="000000"/>
      </a:dk1>
      <a:lt1>
        <a:srgbClr val="FFFFFF"/>
      </a:lt1>
      <a:dk2>
        <a:srgbClr val="4D4C44"/>
      </a:dk2>
      <a:lt2>
        <a:srgbClr val="E2DDCB"/>
      </a:lt2>
      <a:accent1>
        <a:srgbClr val="9A5A14"/>
      </a:accent1>
      <a:accent2>
        <a:srgbClr val="FCDEE0"/>
      </a:accent2>
      <a:accent3>
        <a:srgbClr val="BAD8E1"/>
      </a:accent3>
      <a:accent4>
        <a:srgbClr val="AFD2C2"/>
      </a:accent4>
      <a:accent5>
        <a:srgbClr val="E2DDCB"/>
      </a:accent5>
      <a:accent6>
        <a:srgbClr val="BEB7B3"/>
      </a:accent6>
      <a:hlink>
        <a:srgbClr val="000080"/>
      </a:hlink>
      <a:folHlink>
        <a:srgbClr val="9A5A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0_LU_Sv_Portrait.pptx" id="{BA313F79-9A3C-4622-AD0B-C6E3967000BE}" vid="{BD7B0C8B-3DFC-452B-81C5-A123D6B26B8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aa68094-6104-41a6-b443-d4b52451f617}" enabled="0" method="" siteId="{7aa68094-6104-41a6-b443-d4b52451f617}" removed="1"/>
</clbl:labelList>
</file>

<file path=docProps/app.xml><?xml version="1.0" encoding="utf-8"?>
<Properties xmlns="http://schemas.openxmlformats.org/officeDocument/2006/extended-properties" xmlns:vt="http://schemas.openxmlformats.org/officeDocument/2006/docPropsVTypes">
  <Template>LUEng_Portrait</Template>
  <TotalTime>2976</TotalTime>
  <Words>547</Words>
  <Application>Microsoft Macintosh PowerPoint</Application>
  <PresentationFormat>Custom</PresentationFormat>
  <Paragraphs>23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Adobe Garamond Pro</vt:lpstr>
      <vt:lpstr>Frutiger 45 Light</vt:lpstr>
      <vt:lpstr>Arial</vt:lpstr>
      <vt:lpstr>Times New Roman</vt:lpstr>
      <vt:lpstr>LUEng_Portrait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Clyde Lange</dc:creator>
  <cp:lastModifiedBy>Fabio Schreiber</cp:lastModifiedBy>
  <cp:revision>96</cp:revision>
  <dcterms:created xsi:type="dcterms:W3CDTF">2019-08-30T15:49:02Z</dcterms:created>
  <dcterms:modified xsi:type="dcterms:W3CDTF">2026-09-18T08:45:58Z</dcterms:modified>
</cp:coreProperties>
</file>