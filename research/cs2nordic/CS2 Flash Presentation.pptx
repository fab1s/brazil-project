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8"/>
  </p:notesMasterIdLst>
  <p:sldIdLst>
    <p:sldId id="258" r:id="rId5"/>
    <p:sldId id="260" r:id="rId6"/>
    <p:sldId id="259" r:id="rId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DB3E0F-FABA-E844-9428-DE36BEA8F9C8}" v="4" dt="2026-09-19T16:38:24.6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just format 2 - Dekorfärg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Mellanmörkt format 3 - Dekorfärg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llanmörkt format 3 - Dekorfär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25E5076-3810-47DD-B79F-674D7AD40C01}" styleName="Mörkt format 1 - Dekorfärg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Mörkt format 2 - Dekorfärg 5/Dekorfärg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Mörkt format 2 - Dekorfärg 3/Dekorfärg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Mörkt format 2 - Dekorfärg 1/Dekorfärg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Mörkt forma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AF606853-7671-496A-8E4F-DF71F8EC918B}" styleName="Mörkt format 1 - Dekorfärg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DF18680-E054-41AD-8BC1-D1AEF772440D}" styleName="Mellanmörkt format 2 - Dekorfärg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llanmörkt format 1 - Dekorfärg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Inget format, inget rutnät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Format med tema 1 - dekorfärg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Format med tema 1 - dekorfärg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912C8C85-51F0-491E-9774-3900AFEF0FD7}" styleName="Ljust format 2 - Dekorfärg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llanmörkt format 1 - Dekorfärg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99"/>
    <p:restoredTop sz="97840"/>
  </p:normalViewPr>
  <p:slideViewPr>
    <p:cSldViewPr snapToGrid="0" snapToObjects="1" showGuides="1">
      <p:cViewPr>
        <p:scale>
          <a:sx n="148" d="100"/>
          <a:sy n="148" d="100"/>
        </p:scale>
        <p:origin x="-440" y="-3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bio Schreiber" userId="9441f9d2-28d7-4039-ab76-36f20e091961" providerId="ADAL" clId="{A289BA2F-2DDA-54DB-8F78-CBA74DBDFFB1}"/>
    <pc:docChg chg="undo custSel modSld">
      <pc:chgData name="Fabio Schreiber" userId="9441f9d2-28d7-4039-ab76-36f20e091961" providerId="ADAL" clId="{A289BA2F-2DDA-54DB-8F78-CBA74DBDFFB1}" dt="2026-09-19T16:38:27.547" v="92" actId="478"/>
      <pc:docMkLst>
        <pc:docMk/>
      </pc:docMkLst>
      <pc:sldChg chg="addSp delSp modSp mod">
        <pc:chgData name="Fabio Schreiber" userId="9441f9d2-28d7-4039-ab76-36f20e091961" providerId="ADAL" clId="{A289BA2F-2DDA-54DB-8F78-CBA74DBDFFB1}" dt="2026-09-19T16:38:27.547" v="92" actId="478"/>
        <pc:sldMkLst>
          <pc:docMk/>
          <pc:sldMk cId="340809669" sldId="258"/>
        </pc:sldMkLst>
        <pc:spChg chg="mod">
          <ac:chgData name="Fabio Schreiber" userId="9441f9d2-28d7-4039-ab76-36f20e091961" providerId="ADAL" clId="{A289BA2F-2DDA-54DB-8F78-CBA74DBDFFB1}" dt="2026-09-18T10:43:57.188" v="0" actId="1076"/>
          <ac:spMkLst>
            <pc:docMk/>
            <pc:sldMk cId="340809669" sldId="258"/>
            <ac:spMk id="7" creationId="{6C5094EC-542D-99B4-C6AF-69C8E768055F}"/>
          </ac:spMkLst>
        </pc:spChg>
        <pc:spChg chg="del">
          <ac:chgData name="Fabio Schreiber" userId="9441f9d2-28d7-4039-ab76-36f20e091961" providerId="ADAL" clId="{A289BA2F-2DDA-54DB-8F78-CBA74DBDFFB1}" dt="2026-09-19T16:38:24.340" v="90" actId="478"/>
          <ac:spMkLst>
            <pc:docMk/>
            <pc:sldMk cId="340809669" sldId="258"/>
            <ac:spMk id="27" creationId="{55802FB1-0149-9AC7-E055-0B6501F724D7}"/>
          </ac:spMkLst>
        </pc:spChg>
        <pc:spChg chg="del">
          <ac:chgData name="Fabio Schreiber" userId="9441f9d2-28d7-4039-ab76-36f20e091961" providerId="ADAL" clId="{A289BA2F-2DDA-54DB-8F78-CBA74DBDFFB1}" dt="2026-09-19T16:38:24.340" v="90" actId="478"/>
          <ac:spMkLst>
            <pc:docMk/>
            <pc:sldMk cId="340809669" sldId="258"/>
            <ac:spMk id="28" creationId="{23A6AE03-47BE-0CB2-8178-283427757580}"/>
          </ac:spMkLst>
        </pc:spChg>
        <pc:spChg chg="mod">
          <ac:chgData name="Fabio Schreiber" userId="9441f9d2-28d7-4039-ab76-36f20e091961" providerId="ADAL" clId="{A289BA2F-2DDA-54DB-8F78-CBA74DBDFFB1}" dt="2026-09-18T10:43:57.188" v="0" actId="1076"/>
          <ac:spMkLst>
            <pc:docMk/>
            <pc:sldMk cId="340809669" sldId="258"/>
            <ac:spMk id="31" creationId="{5F4AEBD7-D716-37CF-0966-7CC481776952}"/>
          </ac:spMkLst>
        </pc:spChg>
        <pc:spChg chg="add del mod">
          <ac:chgData name="Fabio Schreiber" userId="9441f9d2-28d7-4039-ab76-36f20e091961" providerId="ADAL" clId="{A289BA2F-2DDA-54DB-8F78-CBA74DBDFFB1}" dt="2026-09-19T16:38:27.547" v="92" actId="478"/>
          <ac:spMkLst>
            <pc:docMk/>
            <pc:sldMk cId="340809669" sldId="258"/>
            <ac:spMk id="35" creationId="{0A5780BA-B915-564E-6C61-098A23B2AE37}"/>
          </ac:spMkLst>
        </pc:spChg>
        <pc:spChg chg="add del mod">
          <ac:chgData name="Fabio Schreiber" userId="9441f9d2-28d7-4039-ab76-36f20e091961" providerId="ADAL" clId="{A289BA2F-2DDA-54DB-8F78-CBA74DBDFFB1}" dt="2026-09-19T16:38:27.547" v="92" actId="478"/>
          <ac:spMkLst>
            <pc:docMk/>
            <pc:sldMk cId="340809669" sldId="258"/>
            <ac:spMk id="36" creationId="{8FCBC609-0832-89A2-E764-46DBD8D9CEC1}"/>
          </ac:spMkLst>
        </pc:spChg>
        <pc:spChg chg="add mod">
          <ac:chgData name="Fabio Schreiber" userId="9441f9d2-28d7-4039-ab76-36f20e091961" providerId="ADAL" clId="{A289BA2F-2DDA-54DB-8F78-CBA74DBDFFB1}" dt="2026-09-19T16:38:24.618" v="91"/>
          <ac:spMkLst>
            <pc:docMk/>
            <pc:sldMk cId="340809669" sldId="258"/>
            <ac:spMk id="37" creationId="{754EC822-1442-91EB-9EE3-0412C875347A}"/>
          </ac:spMkLst>
        </pc:spChg>
        <pc:spChg chg="add mod">
          <ac:chgData name="Fabio Schreiber" userId="9441f9d2-28d7-4039-ab76-36f20e091961" providerId="ADAL" clId="{A289BA2F-2DDA-54DB-8F78-CBA74DBDFFB1}" dt="2026-09-19T16:38:24.618" v="91"/>
          <ac:spMkLst>
            <pc:docMk/>
            <pc:sldMk cId="340809669" sldId="258"/>
            <ac:spMk id="38" creationId="{851ECF5E-CDA1-872A-A964-E7B1E38D4CEC}"/>
          </ac:spMkLst>
        </pc:spChg>
        <pc:picChg chg="del">
          <ac:chgData name="Fabio Schreiber" userId="9441f9d2-28d7-4039-ab76-36f20e091961" providerId="ADAL" clId="{A289BA2F-2DDA-54DB-8F78-CBA74DBDFFB1}" dt="2026-09-19T16:38:24.340" v="90" actId="478"/>
          <ac:picMkLst>
            <pc:docMk/>
            <pc:sldMk cId="340809669" sldId="258"/>
            <ac:picMk id="29" creationId="{A1E1D8AF-7E0A-7E0B-6F54-F277CB54989E}"/>
          </ac:picMkLst>
        </pc:picChg>
        <pc:picChg chg="add mod">
          <ac:chgData name="Fabio Schreiber" userId="9441f9d2-28d7-4039-ab76-36f20e091961" providerId="ADAL" clId="{A289BA2F-2DDA-54DB-8F78-CBA74DBDFFB1}" dt="2026-09-19T16:38:24.618" v="91"/>
          <ac:picMkLst>
            <pc:docMk/>
            <pc:sldMk cId="340809669" sldId="258"/>
            <ac:picMk id="39" creationId="{734C4030-8B74-DAA8-36DE-66D9E59C38E7}"/>
          </ac:picMkLst>
        </pc:picChg>
      </pc:sldChg>
      <pc:sldChg chg="addSp modSp mod">
        <pc:chgData name="Fabio Schreiber" userId="9441f9d2-28d7-4039-ab76-36f20e091961" providerId="ADAL" clId="{A289BA2F-2DDA-54DB-8F78-CBA74DBDFFB1}" dt="2026-09-19T16:38:00.079" v="84" actId="1038"/>
        <pc:sldMkLst>
          <pc:docMk/>
          <pc:sldMk cId="424778172" sldId="259"/>
        </pc:sldMkLst>
        <pc:spChg chg="mod">
          <ac:chgData name="Fabio Schreiber" userId="9441f9d2-28d7-4039-ab76-36f20e091961" providerId="ADAL" clId="{A289BA2F-2DDA-54DB-8F78-CBA74DBDFFB1}" dt="2026-09-19T16:36:42.723" v="67" actId="1076"/>
          <ac:spMkLst>
            <pc:docMk/>
            <pc:sldMk cId="424778172" sldId="259"/>
            <ac:spMk id="17" creationId="{1BD4BEF5-DCC4-5C49-EE20-279B5E9B0D8E}"/>
          </ac:spMkLst>
        </pc:spChg>
        <pc:spChg chg="mod">
          <ac:chgData name="Fabio Schreiber" userId="9441f9d2-28d7-4039-ab76-36f20e091961" providerId="ADAL" clId="{A289BA2F-2DDA-54DB-8F78-CBA74DBDFFB1}" dt="2026-09-19T16:36:42.723" v="67" actId="1076"/>
          <ac:spMkLst>
            <pc:docMk/>
            <pc:sldMk cId="424778172" sldId="259"/>
            <ac:spMk id="37" creationId="{4740F406-ACF0-EAD8-BAFA-AAB7F1C4E874}"/>
          </ac:spMkLst>
        </pc:spChg>
        <pc:spChg chg="mod">
          <ac:chgData name="Fabio Schreiber" userId="9441f9d2-28d7-4039-ab76-36f20e091961" providerId="ADAL" clId="{A289BA2F-2DDA-54DB-8F78-CBA74DBDFFB1}" dt="2026-09-19T16:36:42.723" v="67" actId="1076"/>
          <ac:spMkLst>
            <pc:docMk/>
            <pc:sldMk cId="424778172" sldId="259"/>
            <ac:spMk id="38" creationId="{4E1FCE5B-E91B-4379-6F14-6EAC4D6CAD0D}"/>
          </ac:spMkLst>
        </pc:spChg>
        <pc:spChg chg="mod">
          <ac:chgData name="Fabio Schreiber" userId="9441f9d2-28d7-4039-ab76-36f20e091961" providerId="ADAL" clId="{A289BA2F-2DDA-54DB-8F78-CBA74DBDFFB1}" dt="2026-09-19T16:32:25.735" v="59" actId="1035"/>
          <ac:spMkLst>
            <pc:docMk/>
            <pc:sldMk cId="424778172" sldId="259"/>
            <ac:spMk id="51" creationId="{07AFD217-E278-5E0D-7355-0AD5A049FC77}"/>
          </ac:spMkLst>
        </pc:spChg>
        <pc:spChg chg="mod">
          <ac:chgData name="Fabio Schreiber" userId="9441f9d2-28d7-4039-ab76-36f20e091961" providerId="ADAL" clId="{A289BA2F-2DDA-54DB-8F78-CBA74DBDFFB1}" dt="2026-09-19T16:32:36.923" v="60" actId="14100"/>
          <ac:spMkLst>
            <pc:docMk/>
            <pc:sldMk cId="424778172" sldId="259"/>
            <ac:spMk id="52" creationId="{A240D531-63F4-8067-580E-073D6D7798AA}"/>
          </ac:spMkLst>
        </pc:spChg>
        <pc:spChg chg="mod">
          <ac:chgData name="Fabio Schreiber" userId="9441f9d2-28d7-4039-ab76-36f20e091961" providerId="ADAL" clId="{A289BA2F-2DDA-54DB-8F78-CBA74DBDFFB1}" dt="2026-09-19T16:32:25.735" v="59" actId="1035"/>
          <ac:spMkLst>
            <pc:docMk/>
            <pc:sldMk cId="424778172" sldId="259"/>
            <ac:spMk id="53" creationId="{06FC286E-BD13-F558-2901-B5EB8C83A4FB}"/>
          </ac:spMkLst>
        </pc:spChg>
        <pc:spChg chg="mod">
          <ac:chgData name="Fabio Schreiber" userId="9441f9d2-28d7-4039-ab76-36f20e091961" providerId="ADAL" clId="{A289BA2F-2DDA-54DB-8F78-CBA74DBDFFB1}" dt="2026-09-19T16:32:25.735" v="59" actId="1035"/>
          <ac:spMkLst>
            <pc:docMk/>
            <pc:sldMk cId="424778172" sldId="259"/>
            <ac:spMk id="54" creationId="{CC5512A6-B3C9-00AB-E967-CF5549897363}"/>
          </ac:spMkLst>
        </pc:spChg>
        <pc:spChg chg="mod">
          <ac:chgData name="Fabio Schreiber" userId="9441f9d2-28d7-4039-ab76-36f20e091961" providerId="ADAL" clId="{A289BA2F-2DDA-54DB-8F78-CBA74DBDFFB1}" dt="2026-09-19T16:32:44.371" v="61" actId="1076"/>
          <ac:spMkLst>
            <pc:docMk/>
            <pc:sldMk cId="424778172" sldId="259"/>
            <ac:spMk id="55" creationId="{265F3754-36AF-18F4-D85F-9331266AFE28}"/>
          </ac:spMkLst>
        </pc:spChg>
        <pc:spChg chg="mod">
          <ac:chgData name="Fabio Schreiber" userId="9441f9d2-28d7-4039-ab76-36f20e091961" providerId="ADAL" clId="{A289BA2F-2DDA-54DB-8F78-CBA74DBDFFB1}" dt="2026-09-19T16:32:54.196" v="62" actId="1076"/>
          <ac:spMkLst>
            <pc:docMk/>
            <pc:sldMk cId="424778172" sldId="259"/>
            <ac:spMk id="56" creationId="{FEF99F4E-6660-9FDD-F946-CA14B93676EF}"/>
          </ac:spMkLst>
        </pc:spChg>
        <pc:spChg chg="add mod">
          <ac:chgData name="Fabio Schreiber" userId="9441f9d2-28d7-4039-ab76-36f20e091961" providerId="ADAL" clId="{A289BA2F-2DDA-54DB-8F78-CBA74DBDFFB1}" dt="2026-09-19T16:37:58.371" v="83" actId="1038"/>
          <ac:spMkLst>
            <pc:docMk/>
            <pc:sldMk cId="424778172" sldId="259"/>
            <ac:spMk id="57" creationId="{369A5474-2FF3-9FCD-C1F8-5B3251613D65}"/>
          </ac:spMkLst>
        </pc:spChg>
        <pc:spChg chg="add mod">
          <ac:chgData name="Fabio Schreiber" userId="9441f9d2-28d7-4039-ab76-36f20e091961" providerId="ADAL" clId="{A289BA2F-2DDA-54DB-8F78-CBA74DBDFFB1}" dt="2026-09-19T16:37:58.371" v="83" actId="1038"/>
          <ac:spMkLst>
            <pc:docMk/>
            <pc:sldMk cId="424778172" sldId="259"/>
            <ac:spMk id="58" creationId="{FB210798-489C-8EB9-2C07-018C5BE9A3E8}"/>
          </ac:spMkLst>
        </pc:spChg>
        <pc:picChg chg="mod">
          <ac:chgData name="Fabio Schreiber" userId="9441f9d2-28d7-4039-ab76-36f20e091961" providerId="ADAL" clId="{A289BA2F-2DDA-54DB-8F78-CBA74DBDFFB1}" dt="2026-09-19T16:36:42.723" v="67" actId="1076"/>
          <ac:picMkLst>
            <pc:docMk/>
            <pc:sldMk cId="424778172" sldId="259"/>
            <ac:picMk id="36" creationId="{29D6BC06-40C6-5C2D-C8B1-74C34D152EA7}"/>
          </ac:picMkLst>
        </pc:picChg>
        <pc:picChg chg="mod">
          <ac:chgData name="Fabio Schreiber" userId="9441f9d2-28d7-4039-ab76-36f20e091961" providerId="ADAL" clId="{A289BA2F-2DDA-54DB-8F78-CBA74DBDFFB1}" dt="2026-09-19T16:36:42.723" v="67" actId="1076"/>
          <ac:picMkLst>
            <pc:docMk/>
            <pc:sldMk cId="424778172" sldId="259"/>
            <ac:picMk id="44" creationId="{FACC9C22-A678-959E-F784-275F2D186179}"/>
          </ac:picMkLst>
        </pc:picChg>
        <pc:picChg chg="add mod">
          <ac:chgData name="Fabio Schreiber" userId="9441f9d2-28d7-4039-ab76-36f20e091961" providerId="ADAL" clId="{A289BA2F-2DDA-54DB-8F78-CBA74DBDFFB1}" dt="2026-09-19T16:38:00.079" v="84" actId="1038"/>
          <ac:picMkLst>
            <pc:docMk/>
            <pc:sldMk cId="424778172" sldId="259"/>
            <ac:picMk id="59" creationId="{00BA5386-FD85-7A9B-99A5-F249349DEA7A}"/>
          </ac:picMkLst>
        </pc:picChg>
      </pc:sldChg>
      <pc:sldChg chg="addSp delSp modSp mod">
        <pc:chgData name="Fabio Schreiber" userId="9441f9d2-28d7-4039-ab76-36f20e091961" providerId="ADAL" clId="{A289BA2F-2DDA-54DB-8F78-CBA74DBDFFB1}" dt="2026-09-19T16:38:19.276" v="89" actId="478"/>
        <pc:sldMkLst>
          <pc:docMk/>
          <pc:sldMk cId="3003467461" sldId="260"/>
        </pc:sldMkLst>
        <pc:spChg chg="mod">
          <ac:chgData name="Fabio Schreiber" userId="9441f9d2-28d7-4039-ab76-36f20e091961" providerId="ADAL" clId="{A289BA2F-2DDA-54DB-8F78-CBA74DBDFFB1}" dt="2026-09-19T16:35:16.461" v="63" actId="1076"/>
          <ac:spMkLst>
            <pc:docMk/>
            <pc:sldMk cId="3003467461" sldId="260"/>
            <ac:spMk id="4" creationId="{81C7D2A7-B4F9-5015-A30D-EE4C1E25F2A3}"/>
          </ac:spMkLst>
        </pc:spChg>
        <pc:spChg chg="mod">
          <ac:chgData name="Fabio Schreiber" userId="9441f9d2-28d7-4039-ab76-36f20e091961" providerId="ADAL" clId="{A289BA2F-2DDA-54DB-8F78-CBA74DBDFFB1}" dt="2026-09-19T16:35:16.461" v="63" actId="1076"/>
          <ac:spMkLst>
            <pc:docMk/>
            <pc:sldMk cId="3003467461" sldId="260"/>
            <ac:spMk id="6" creationId="{2B646AAC-BDB8-4A4D-E90D-971DC4FB0E7F}"/>
          </ac:spMkLst>
        </pc:spChg>
        <pc:spChg chg="mod">
          <ac:chgData name="Fabio Schreiber" userId="9441f9d2-28d7-4039-ab76-36f20e091961" providerId="ADAL" clId="{A289BA2F-2DDA-54DB-8F78-CBA74DBDFFB1}" dt="2026-09-19T16:35:16.461" v="63" actId="1076"/>
          <ac:spMkLst>
            <pc:docMk/>
            <pc:sldMk cId="3003467461" sldId="260"/>
            <ac:spMk id="7" creationId="{59A829E6-348C-129B-EC3B-688FF361C5A0}"/>
          </ac:spMkLst>
        </pc:spChg>
        <pc:spChg chg="mod">
          <ac:chgData name="Fabio Schreiber" userId="9441f9d2-28d7-4039-ab76-36f20e091961" providerId="ADAL" clId="{A289BA2F-2DDA-54DB-8F78-CBA74DBDFFB1}" dt="2026-09-19T16:35:16.461" v="63" actId="1076"/>
          <ac:spMkLst>
            <pc:docMk/>
            <pc:sldMk cId="3003467461" sldId="260"/>
            <ac:spMk id="9" creationId="{57EB9FB4-712F-9D91-30BF-8CEB151EBFC2}"/>
          </ac:spMkLst>
        </pc:spChg>
        <pc:spChg chg="add del mod">
          <ac:chgData name="Fabio Schreiber" userId="9441f9d2-28d7-4039-ab76-36f20e091961" providerId="ADAL" clId="{A289BA2F-2DDA-54DB-8F78-CBA74DBDFFB1}" dt="2026-09-19T16:38:08.611" v="85" actId="478"/>
          <ac:spMkLst>
            <pc:docMk/>
            <pc:sldMk cId="3003467461" sldId="260"/>
            <ac:spMk id="10" creationId="{448FC196-4825-8A67-CFF2-66F4AFFE1883}"/>
          </ac:spMkLst>
        </pc:spChg>
        <pc:spChg chg="add del mod">
          <ac:chgData name="Fabio Schreiber" userId="9441f9d2-28d7-4039-ab76-36f20e091961" providerId="ADAL" clId="{A289BA2F-2DDA-54DB-8F78-CBA74DBDFFB1}" dt="2026-09-19T16:38:08.611" v="85" actId="478"/>
          <ac:spMkLst>
            <pc:docMk/>
            <pc:sldMk cId="3003467461" sldId="260"/>
            <ac:spMk id="11" creationId="{48C9C080-489E-930A-ABE8-81D0689CD042}"/>
          </ac:spMkLst>
        </pc:spChg>
        <pc:spChg chg="add del mod">
          <ac:chgData name="Fabio Schreiber" userId="9441f9d2-28d7-4039-ab76-36f20e091961" providerId="ADAL" clId="{A289BA2F-2DDA-54DB-8F78-CBA74DBDFFB1}" dt="2026-09-19T16:38:16.702" v="87" actId="478"/>
          <ac:spMkLst>
            <pc:docMk/>
            <pc:sldMk cId="3003467461" sldId="260"/>
            <ac:spMk id="13" creationId="{AC1AF6CC-D8B4-0960-278F-B1A2D27A73C1}"/>
          </ac:spMkLst>
        </pc:spChg>
        <pc:spChg chg="add del mod">
          <ac:chgData name="Fabio Schreiber" userId="9441f9d2-28d7-4039-ab76-36f20e091961" providerId="ADAL" clId="{A289BA2F-2DDA-54DB-8F78-CBA74DBDFFB1}" dt="2026-09-19T16:38:19.276" v="89" actId="478"/>
          <ac:spMkLst>
            <pc:docMk/>
            <pc:sldMk cId="3003467461" sldId="260"/>
            <ac:spMk id="14" creationId="{EFC29FFF-5720-02B4-D09E-9F6F59657A85}"/>
          </ac:spMkLst>
        </pc:spChg>
        <pc:spChg chg="add mod">
          <ac:chgData name="Fabio Schreiber" userId="9441f9d2-28d7-4039-ab76-36f20e091961" providerId="ADAL" clId="{A289BA2F-2DDA-54DB-8F78-CBA74DBDFFB1}" dt="2026-09-19T16:38:08.910" v="86"/>
          <ac:spMkLst>
            <pc:docMk/>
            <pc:sldMk cId="3003467461" sldId="260"/>
            <ac:spMk id="15" creationId="{8D8162F8-0B88-03CF-DE6C-5A7B3E49A68A}"/>
          </ac:spMkLst>
        </pc:spChg>
        <pc:spChg chg="add mod">
          <ac:chgData name="Fabio Schreiber" userId="9441f9d2-28d7-4039-ab76-36f20e091961" providerId="ADAL" clId="{A289BA2F-2DDA-54DB-8F78-CBA74DBDFFB1}" dt="2026-09-19T16:38:08.910" v="86"/>
          <ac:spMkLst>
            <pc:docMk/>
            <pc:sldMk cId="3003467461" sldId="260"/>
            <ac:spMk id="16" creationId="{03125536-E9EC-5DD2-A9D6-AEB348C2ECCD}"/>
          </ac:spMkLst>
        </pc:spChg>
        <pc:picChg chg="add del mod">
          <ac:chgData name="Fabio Schreiber" userId="9441f9d2-28d7-4039-ab76-36f20e091961" providerId="ADAL" clId="{A289BA2F-2DDA-54DB-8F78-CBA74DBDFFB1}" dt="2026-09-19T16:38:08.611" v="85" actId="478"/>
          <ac:picMkLst>
            <pc:docMk/>
            <pc:sldMk cId="3003467461" sldId="260"/>
            <ac:picMk id="12" creationId="{CE677EB1-BF87-7893-F3F1-35175A65C993}"/>
          </ac:picMkLst>
        </pc:picChg>
        <pc:picChg chg="add mod">
          <ac:chgData name="Fabio Schreiber" userId="9441f9d2-28d7-4039-ab76-36f20e091961" providerId="ADAL" clId="{A289BA2F-2DDA-54DB-8F78-CBA74DBDFFB1}" dt="2026-09-19T16:38:08.910" v="86"/>
          <ac:picMkLst>
            <pc:docMk/>
            <pc:sldMk cId="3003467461" sldId="260"/>
            <ac:picMk id="17" creationId="{0D2DCD87-608B-AF88-699D-1510820F0F4F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314DD3-62EE-7048-9559-A20293B3E60D}" type="datetimeFigureOut">
              <a:rPr lang="sv-SE" smtClean="0"/>
              <a:t>2026-09-18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A35BF2-85D5-404D-8153-DE011A72B397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810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/>
        </p:blipFill>
        <p:spPr>
          <a:xfrm>
            <a:off x="192088" y="188913"/>
            <a:ext cx="11807825" cy="648017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439210" y="1484556"/>
            <a:ext cx="6752790" cy="1302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3" name="Bildobjekt 12" descr="Lunds universitets logotyp.">
            <a:extLst>
              <a:ext uri="{FF2B5EF4-FFF2-40B4-BE49-F238E27FC236}">
                <a16:creationId xmlns:a16="http://schemas.microsoft.com/office/drawing/2014/main" id="{3A8EFBAE-371E-E046-8879-6F2B8A74E5A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91761" y="1632438"/>
            <a:ext cx="808477" cy="993215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AA3C37CF-2E7F-204C-BAF4-14554C428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3855" y="1605990"/>
            <a:ext cx="5146058" cy="734110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Enradig titel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>
          <a:xfrm>
            <a:off x="6853855" y="2336984"/>
            <a:ext cx="5146058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4BB7ED9B-1D2D-7541-ABE9-750F505D4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853854" y="2453762"/>
            <a:ext cx="5146059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23" name="Bildobjekt 22">
            <a:extLst>
              <a:ext uri="{FF2B5EF4-FFF2-40B4-BE49-F238E27FC236}">
                <a16:creationId xmlns:a16="http://schemas.microsoft.com/office/drawing/2014/main" id="{E67EF931-F7AE-D74F-A8D9-A4EA6F28174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79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tvårad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ildobjekt 17">
            <a:extLst>
              <a:ext uri="{FF2B5EF4-FFF2-40B4-BE49-F238E27FC236}">
                <a16:creationId xmlns:a16="http://schemas.microsoft.com/office/drawing/2014/main" id="{B9FAF899-14FA-F046-96DB-82762ED410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410" b="15718"/>
          <a:stretch/>
        </p:blipFill>
        <p:spPr>
          <a:xfrm>
            <a:off x="192088" y="188913"/>
            <a:ext cx="11807825" cy="6480175"/>
          </a:xfrm>
          <a:prstGeom prst="rect">
            <a:avLst/>
          </a:prstGeom>
        </p:spPr>
      </p:pic>
      <p:sp>
        <p:nvSpPr>
          <p:cNvPr id="22" name="Rektangel 2">
            <a:extLst>
              <a:ext uri="{FF2B5EF4-FFF2-40B4-BE49-F238E27FC236}">
                <a16:creationId xmlns:a16="http://schemas.microsoft.com/office/drawing/2014/main" id="{1E6DED82-8490-6141-A0AD-5A832A551408}"/>
              </a:ext>
            </a:extLst>
          </p:cNvPr>
          <p:cNvSpPr/>
          <p:nvPr userDrawn="1"/>
        </p:nvSpPr>
        <p:spPr>
          <a:xfrm>
            <a:off x="135627" y="123307"/>
            <a:ext cx="4264252" cy="2566105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54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584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1" name="Bildobjekt 10" descr="Lunds universitets logotyp.">
            <a:extLst>
              <a:ext uri="{FF2B5EF4-FFF2-40B4-BE49-F238E27FC236}">
                <a16:creationId xmlns:a16="http://schemas.microsoft.com/office/drawing/2014/main" id="{642E6626-F4CE-8846-81B4-39A44570A0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39" y="353139"/>
            <a:ext cx="808477" cy="99321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439210" y="1484556"/>
            <a:ext cx="6752790" cy="2592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A1A56743-FB24-1849-93B5-ADD6F23CD3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4311" y="1859358"/>
            <a:ext cx="6144864" cy="1292662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4200"/>
            </a:lvl1pPr>
          </a:lstStyle>
          <a:p>
            <a:r>
              <a:rPr lang="sv-SE" dirty="0"/>
              <a:t>Titelsida för </a:t>
            </a:r>
            <a:br>
              <a:rPr lang="sv-SE" dirty="0"/>
            </a:br>
            <a:r>
              <a:rPr lang="sv-SE" dirty="0"/>
              <a:t>tvåradig titel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5854930" y="3353694"/>
            <a:ext cx="614486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latshållare för text 11">
            <a:extLst>
              <a:ext uri="{FF2B5EF4-FFF2-40B4-BE49-F238E27FC236}">
                <a16:creationId xmlns:a16="http://schemas.microsoft.com/office/drawing/2014/main" id="{4BB7ED9B-1D2D-7541-ABE9-750F505D449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4313" y="3499576"/>
            <a:ext cx="6145601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10" name="Bildobjekt 9">
            <a:extLst>
              <a:ext uri="{FF2B5EF4-FFF2-40B4-BE49-F238E27FC236}">
                <a16:creationId xmlns:a16="http://schemas.microsoft.com/office/drawing/2014/main" id="{3D946A34-F6D8-4B44-9644-EC06EE3B260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0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/>
        </p:blipFill>
        <p:spPr>
          <a:xfrm>
            <a:off x="192088" y="188912"/>
            <a:ext cx="11807825" cy="6480175"/>
          </a:xfrm>
          <a:prstGeom prst="rect">
            <a:avLst/>
          </a:prstGeom>
        </p:spPr>
      </p:pic>
      <p:sp>
        <p:nvSpPr>
          <p:cNvPr id="10" name="Rektangel 2">
            <a:extLst>
              <a:ext uri="{FF2B5EF4-FFF2-40B4-BE49-F238E27FC236}">
                <a16:creationId xmlns:a16="http://schemas.microsoft.com/office/drawing/2014/main" id="{5EA01DBB-6763-8B49-8D7A-51A30C118D29}"/>
              </a:ext>
            </a:extLst>
          </p:cNvPr>
          <p:cNvSpPr/>
          <p:nvPr userDrawn="1"/>
        </p:nvSpPr>
        <p:spPr>
          <a:xfrm>
            <a:off x="135627" y="123307"/>
            <a:ext cx="4264252" cy="2566105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584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1" name="Bildobjekt 10" descr="Lunds universitets logotyp.">
            <a:extLst>
              <a:ext uri="{FF2B5EF4-FFF2-40B4-BE49-F238E27FC236}">
                <a16:creationId xmlns:a16="http://schemas.microsoft.com/office/drawing/2014/main" id="{4E33CB63-86C7-464D-8E18-BFC83911D6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39" y="353139"/>
            <a:ext cx="808477" cy="99321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6746488" y="1484556"/>
            <a:ext cx="5445512" cy="1302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2" name="Rubrik 1">
            <a:extLst>
              <a:ext uri="{FF2B5EF4-FFF2-40B4-BE49-F238E27FC236}">
                <a16:creationId xmlns:a16="http://schemas.microsoft.com/office/drawing/2014/main" id="{0465E161-D6C8-CE40-80C0-301BFB6828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2277" y="1605990"/>
            <a:ext cx="5146058" cy="734110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Enradig titel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7032277" y="2336984"/>
            <a:ext cx="496763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Platshållare för text 11">
            <a:extLst>
              <a:ext uri="{FF2B5EF4-FFF2-40B4-BE49-F238E27FC236}">
                <a16:creationId xmlns:a16="http://schemas.microsoft.com/office/drawing/2014/main" id="{5E9EA6EC-E28E-CD41-8685-F6762D241A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32276" y="2453762"/>
            <a:ext cx="5146059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C415B4A6-D08E-A042-B618-42DCBA34730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75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2 tvårad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objekt 9">
            <a:extLst>
              <a:ext uri="{FF2B5EF4-FFF2-40B4-BE49-F238E27FC236}">
                <a16:creationId xmlns:a16="http://schemas.microsoft.com/office/drawing/2014/main" id="{2126C620-A434-6F44-8C7F-63061A79BB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880" t="26162"/>
          <a:stretch/>
        </p:blipFill>
        <p:spPr>
          <a:xfrm>
            <a:off x="192088" y="188912"/>
            <a:ext cx="11807825" cy="6480175"/>
          </a:xfrm>
          <a:prstGeom prst="rect">
            <a:avLst/>
          </a:prstGeom>
        </p:spPr>
      </p:pic>
      <p:sp>
        <p:nvSpPr>
          <p:cNvPr id="22" name="Rektangel 2">
            <a:extLst>
              <a:ext uri="{FF2B5EF4-FFF2-40B4-BE49-F238E27FC236}">
                <a16:creationId xmlns:a16="http://schemas.microsoft.com/office/drawing/2014/main" id="{1E6DED82-8490-6141-A0AD-5A832A551408}"/>
              </a:ext>
            </a:extLst>
          </p:cNvPr>
          <p:cNvSpPr/>
          <p:nvPr userDrawn="1"/>
        </p:nvSpPr>
        <p:spPr>
          <a:xfrm>
            <a:off x="135627" y="123307"/>
            <a:ext cx="4264252" cy="2566105"/>
          </a:xfrm>
          <a:custGeom>
            <a:avLst/>
            <a:gdLst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4488028 w 4488028"/>
              <a:gd name="connsiteY2" fmla="*/ 2937993 h 2937993"/>
              <a:gd name="connsiteX3" fmla="*/ 0 w 4488028"/>
              <a:gd name="connsiteY3" fmla="*/ 2937993 h 2937993"/>
              <a:gd name="connsiteX4" fmla="*/ 0 w 4488028"/>
              <a:gd name="connsiteY4" fmla="*/ 0 h 2937993"/>
              <a:gd name="connsiteX0" fmla="*/ 0 w 4488028"/>
              <a:gd name="connsiteY0" fmla="*/ 0 h 2937993"/>
              <a:gd name="connsiteX1" fmla="*/ 4488028 w 4488028"/>
              <a:gd name="connsiteY1" fmla="*/ 0 h 2937993"/>
              <a:gd name="connsiteX2" fmla="*/ 0 w 4488028"/>
              <a:gd name="connsiteY2" fmla="*/ 2937993 h 2937993"/>
              <a:gd name="connsiteX3" fmla="*/ 0 w 4488028"/>
              <a:gd name="connsiteY3" fmla="*/ 0 h 29379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88028" h="2937993">
                <a:moveTo>
                  <a:pt x="0" y="0"/>
                </a:moveTo>
                <a:lnTo>
                  <a:pt x="4488028" y="0"/>
                </a:lnTo>
                <a:lnTo>
                  <a:pt x="0" y="2937993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41000">
                <a:srgbClr val="FFFFFF">
                  <a:alpha val="76000"/>
                </a:srgbClr>
              </a:gs>
              <a:gs pos="50000">
                <a:srgbClr val="FFFFFF">
                  <a:alpha val="0"/>
                </a:srgbClr>
              </a:gs>
            </a:gsLst>
            <a:lin ang="3480000" scaled="0"/>
            <a:tileRect/>
          </a:gradFill>
          <a:ln w="12700" cap="flat">
            <a:noFill/>
            <a:miter lim="400000"/>
          </a:ln>
          <a:effectLst/>
          <a:sp3d/>
        </p:spPr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lvl="0" indent="0" algn="ctr" defTabSz="58420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  <a:sym typeface="Helvetica Light"/>
            </a:endParaRPr>
          </a:p>
        </p:txBody>
      </p:sp>
      <p:pic>
        <p:nvPicPr>
          <p:cNvPr id="11" name="Bildobjekt 10" descr="Lunds universitets logotyp.">
            <a:extLst>
              <a:ext uri="{FF2B5EF4-FFF2-40B4-BE49-F238E27FC236}">
                <a16:creationId xmlns:a16="http://schemas.microsoft.com/office/drawing/2014/main" id="{642E6626-F4CE-8846-81B4-39A44570A0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39" y="353139"/>
            <a:ext cx="808477" cy="99321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439210" y="1484556"/>
            <a:ext cx="6752790" cy="2592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9" name="Rubrik 1">
            <a:extLst>
              <a:ext uri="{FF2B5EF4-FFF2-40B4-BE49-F238E27FC236}">
                <a16:creationId xmlns:a16="http://schemas.microsoft.com/office/drawing/2014/main" id="{9CF2729D-ECD9-C649-B375-DDA663FEE4A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4311" y="1859358"/>
            <a:ext cx="6144864" cy="1292662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4200"/>
            </a:lvl1pPr>
          </a:lstStyle>
          <a:p>
            <a:r>
              <a:rPr lang="sv-SE" dirty="0"/>
              <a:t>Titelsida för </a:t>
            </a:r>
            <a:br>
              <a:rPr lang="sv-SE" dirty="0"/>
            </a:br>
            <a:r>
              <a:rPr lang="sv-SE" dirty="0"/>
              <a:t>tvåradig titel</a:t>
            </a:r>
          </a:p>
        </p:txBody>
      </p:sp>
      <p:cxnSp>
        <p:nvCxnSpPr>
          <p:cNvPr id="15" name="Rak 14">
            <a:extLst>
              <a:ext uri="{FF2B5EF4-FFF2-40B4-BE49-F238E27FC236}">
                <a16:creationId xmlns:a16="http://schemas.microsoft.com/office/drawing/2014/main" id="{4283877A-7310-1244-AD34-A2BC6E7F7EC5}"/>
              </a:ext>
            </a:extLst>
          </p:cNvPr>
          <p:cNvCxnSpPr>
            <a:cxnSpLocks/>
          </p:cNvCxnSpPr>
          <p:nvPr userDrawn="1"/>
        </p:nvCxnSpPr>
        <p:spPr>
          <a:xfrm>
            <a:off x="5854930" y="3353694"/>
            <a:ext cx="614486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latshållare för text 11">
            <a:extLst>
              <a:ext uri="{FF2B5EF4-FFF2-40B4-BE49-F238E27FC236}">
                <a16:creationId xmlns:a16="http://schemas.microsoft.com/office/drawing/2014/main" id="{BB796774-9AC9-EF4E-8A3C-00D83E5A56B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4313" y="3499576"/>
            <a:ext cx="6145601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13" name="Bildobjekt 12">
            <a:extLst>
              <a:ext uri="{FF2B5EF4-FFF2-40B4-BE49-F238E27FC236}">
                <a16:creationId xmlns:a16="http://schemas.microsoft.com/office/drawing/2014/main" id="{4810F14E-9B82-AD45-A9ED-99611D37C7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7892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Bildobjekt 14">
            <a:extLst>
              <a:ext uri="{FF2B5EF4-FFF2-40B4-BE49-F238E27FC236}">
                <a16:creationId xmlns:a16="http://schemas.microsoft.com/office/drawing/2014/main" id="{5B9A4053-2FB8-3342-B60D-7FC2648537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/>
        </p:blipFill>
        <p:spPr>
          <a:xfrm>
            <a:off x="192088" y="188913"/>
            <a:ext cx="11807825" cy="6480175"/>
          </a:xfrm>
          <a:prstGeom prst="rect">
            <a:avLst/>
          </a:prstGeom>
        </p:spPr>
      </p:pic>
      <p:pic>
        <p:nvPicPr>
          <p:cNvPr id="11" name="Bildobjekt 10" descr="Lunds universitets logotyp.">
            <a:extLst>
              <a:ext uri="{FF2B5EF4-FFF2-40B4-BE49-F238E27FC236}">
                <a16:creationId xmlns:a16="http://schemas.microsoft.com/office/drawing/2014/main" id="{4E33CB63-86C7-464D-8E18-BFC83911D66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39" y="353139"/>
            <a:ext cx="808477" cy="99321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6746488" y="1484556"/>
            <a:ext cx="5445512" cy="1302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6" name="Rubrik 1">
            <a:extLst>
              <a:ext uri="{FF2B5EF4-FFF2-40B4-BE49-F238E27FC236}">
                <a16:creationId xmlns:a16="http://schemas.microsoft.com/office/drawing/2014/main" id="{323BAD4B-C876-A947-B84B-70BE804FF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32277" y="1605990"/>
            <a:ext cx="5146058" cy="734110"/>
          </a:xfrm>
        </p:spPr>
        <p:txBody>
          <a:bodyPr bIns="0" anchor="t" anchorCtr="0">
            <a:noAutofit/>
          </a:bodyPr>
          <a:lstStyle>
            <a:lvl1pPr>
              <a:lnSpc>
                <a:spcPct val="10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Enradig titel</a:t>
            </a:r>
          </a:p>
        </p:txBody>
      </p:sp>
      <p:cxnSp>
        <p:nvCxnSpPr>
          <p:cNvPr id="7" name="Rak 6">
            <a:extLst>
              <a:ext uri="{FF2B5EF4-FFF2-40B4-BE49-F238E27FC236}">
                <a16:creationId xmlns:a16="http://schemas.microsoft.com/office/drawing/2014/main" id="{6EB25FC1-ABE1-A344-8F65-DA7EE26B4227}"/>
              </a:ext>
            </a:extLst>
          </p:cNvPr>
          <p:cNvCxnSpPr>
            <a:cxnSpLocks/>
          </p:cNvCxnSpPr>
          <p:nvPr userDrawn="1"/>
        </p:nvCxnSpPr>
        <p:spPr>
          <a:xfrm>
            <a:off x="7032277" y="2336984"/>
            <a:ext cx="496763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latshållare för text 11">
            <a:extLst>
              <a:ext uri="{FF2B5EF4-FFF2-40B4-BE49-F238E27FC236}">
                <a16:creationId xmlns:a16="http://schemas.microsoft.com/office/drawing/2014/main" id="{441749B1-2509-2A41-B7FC-7CEED5642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32276" y="2453762"/>
            <a:ext cx="5146059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209784B7-2B3F-1A4D-9027-EAC271866D5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70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sida 3 tvårad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ildobjekt 12">
            <a:extLst>
              <a:ext uri="{FF2B5EF4-FFF2-40B4-BE49-F238E27FC236}">
                <a16:creationId xmlns:a16="http://schemas.microsoft.com/office/drawing/2014/main" id="{9945810A-D868-894A-8135-2C48517CE5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0261" t="19608" b="8271"/>
          <a:stretch/>
        </p:blipFill>
        <p:spPr>
          <a:xfrm>
            <a:off x="192088" y="188913"/>
            <a:ext cx="11807825" cy="6480175"/>
          </a:xfrm>
          <a:prstGeom prst="rect">
            <a:avLst/>
          </a:prstGeom>
        </p:spPr>
      </p:pic>
      <p:pic>
        <p:nvPicPr>
          <p:cNvPr id="11" name="Bildobjekt 10" descr="Lunds universitets logotyp.">
            <a:extLst>
              <a:ext uri="{FF2B5EF4-FFF2-40B4-BE49-F238E27FC236}">
                <a16:creationId xmlns:a16="http://schemas.microsoft.com/office/drawing/2014/main" id="{642E6626-F4CE-8846-81B4-39A44570A07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4639" y="353139"/>
            <a:ext cx="808477" cy="993215"/>
          </a:xfrm>
          <a:prstGeom prst="rect">
            <a:avLst/>
          </a:prstGeom>
        </p:spPr>
      </p:pic>
      <p:sp>
        <p:nvSpPr>
          <p:cNvPr id="3" name="Rektangel 2">
            <a:extLst>
              <a:ext uri="{FF2B5EF4-FFF2-40B4-BE49-F238E27FC236}">
                <a16:creationId xmlns:a16="http://schemas.microsoft.com/office/drawing/2014/main" id="{CC78BE5A-F044-6E4A-86D0-B28B85339425}"/>
              </a:ext>
            </a:extLst>
          </p:cNvPr>
          <p:cNvSpPr/>
          <p:nvPr userDrawn="1"/>
        </p:nvSpPr>
        <p:spPr>
          <a:xfrm>
            <a:off x="5439210" y="1484556"/>
            <a:ext cx="6752790" cy="25925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18" name="Rubrik 1">
            <a:extLst>
              <a:ext uri="{FF2B5EF4-FFF2-40B4-BE49-F238E27FC236}">
                <a16:creationId xmlns:a16="http://schemas.microsoft.com/office/drawing/2014/main" id="{3B620808-FCD6-A847-A7FA-4CEA2CC821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4311" y="1859358"/>
            <a:ext cx="6144864" cy="1292662"/>
          </a:xfrm>
        </p:spPr>
        <p:txBody>
          <a:bodyPr wrap="square" bIns="0" anchor="t" anchorCtr="0">
            <a:spAutoFit/>
          </a:bodyPr>
          <a:lstStyle>
            <a:lvl1pPr>
              <a:lnSpc>
                <a:spcPct val="100000"/>
              </a:lnSpc>
              <a:defRPr sz="4200"/>
            </a:lvl1pPr>
          </a:lstStyle>
          <a:p>
            <a:r>
              <a:rPr lang="sv-SE" dirty="0"/>
              <a:t>Titelsida för </a:t>
            </a:r>
            <a:br>
              <a:rPr lang="sv-SE" dirty="0"/>
            </a:br>
            <a:r>
              <a:rPr lang="sv-SE" dirty="0"/>
              <a:t>tvåradig titel</a:t>
            </a:r>
          </a:p>
        </p:txBody>
      </p:sp>
      <p:cxnSp>
        <p:nvCxnSpPr>
          <p:cNvPr id="14" name="Rak 13">
            <a:extLst>
              <a:ext uri="{FF2B5EF4-FFF2-40B4-BE49-F238E27FC236}">
                <a16:creationId xmlns:a16="http://schemas.microsoft.com/office/drawing/2014/main" id="{3382D092-2985-8E41-B909-155C77E15CCE}"/>
              </a:ext>
            </a:extLst>
          </p:cNvPr>
          <p:cNvCxnSpPr>
            <a:cxnSpLocks/>
          </p:cNvCxnSpPr>
          <p:nvPr userDrawn="1"/>
        </p:nvCxnSpPr>
        <p:spPr>
          <a:xfrm>
            <a:off x="5854930" y="3353694"/>
            <a:ext cx="6144864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latshållare för text 11">
            <a:extLst>
              <a:ext uri="{FF2B5EF4-FFF2-40B4-BE49-F238E27FC236}">
                <a16:creationId xmlns:a16="http://schemas.microsoft.com/office/drawing/2014/main" id="{867F76BB-3A62-0A4A-BB95-F999DE2F25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4313" y="3499576"/>
            <a:ext cx="6145601" cy="349418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1200" b="1" cap="all" spc="50" baseline="0">
                <a:solidFill>
                  <a:schemeClr val="accent1"/>
                </a:solidFill>
              </a:defRPr>
            </a:lvl1pPr>
          </a:lstStyle>
          <a:p>
            <a:r>
              <a:rPr lang="sv-SE" dirty="0"/>
              <a:t>Undertext, t ex namn, institution, årtal </a:t>
            </a:r>
            <a:r>
              <a:rPr lang="sv-SE" dirty="0" err="1"/>
              <a:t>etc</a:t>
            </a:r>
            <a:endParaRPr lang="sv-SE" dirty="0"/>
          </a:p>
        </p:txBody>
      </p:sp>
      <p:pic>
        <p:nvPicPr>
          <p:cNvPr id="9" name="Bildobjekt 8">
            <a:extLst>
              <a:ext uri="{FF2B5EF4-FFF2-40B4-BE49-F238E27FC236}">
                <a16:creationId xmlns:a16="http://schemas.microsoft.com/office/drawing/2014/main" id="{F8D03AA1-B493-CF43-9DE1-59DA4787B9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74475" y="4227755"/>
            <a:ext cx="2817525" cy="263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756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as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11807825" cy="6480175"/>
          </a:xfrm>
          <a:solidFill>
            <a:schemeClr val="accent5"/>
          </a:solidFill>
        </p:spPr>
        <p:txBody>
          <a:bodyPr/>
          <a:lstStyle/>
          <a:p>
            <a:r>
              <a:rPr lang="en-GB" noProof="0"/>
              <a:t>Click icon to add picture</a:t>
            </a:r>
            <a:endParaRPr lang="sv-SE" noProof="0"/>
          </a:p>
        </p:txBody>
      </p:sp>
      <p:sp>
        <p:nvSpPr>
          <p:cNvPr id="3" name="Rubrik 1">
            <a:extLst>
              <a:ext uri="{FF2B5EF4-FFF2-40B4-BE49-F238E27FC236}">
                <a16:creationId xmlns:a16="http://schemas.microsoft.com/office/drawing/2014/main" id="{F135484C-500B-9E4C-B6F0-E6CD5D0A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-406473"/>
            <a:ext cx="9272423" cy="304699"/>
          </a:xfrm>
        </p:spPr>
        <p:txBody>
          <a:bodyPr wrap="square" lIns="0" tIns="0" rIns="0" bIns="0">
            <a:spAutoFit/>
          </a:bodyPr>
          <a:lstStyle>
            <a:lvl1pPr>
              <a:defRPr sz="2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noProof="0"/>
              <a:t>Click to edit Master title style</a:t>
            </a:r>
            <a:endParaRPr lang="sv-SE" noProof="0"/>
          </a:p>
        </p:txBody>
      </p:sp>
    </p:spTree>
    <p:extLst>
      <p:ext uri="{BB962C8B-B14F-4D97-AF65-F5344CB8AC3E}">
        <p14:creationId xmlns:p14="http://schemas.microsoft.com/office/powerpoint/2010/main" val="532029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si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tshållare för bild 7">
            <a:extLst>
              <a:ext uri="{FF2B5EF4-FFF2-40B4-BE49-F238E27FC236}">
                <a16:creationId xmlns:a16="http://schemas.microsoft.com/office/drawing/2014/main" id="{F7FFECAB-E5AC-4A4C-A95F-80726D1FE8D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92088" y="188913"/>
            <a:ext cx="11807825" cy="6480175"/>
          </a:xfrm>
          <a:solidFill>
            <a:schemeClr val="accent5"/>
          </a:solidFill>
        </p:spPr>
        <p:txBody>
          <a:bodyPr/>
          <a:lstStyle/>
          <a:p>
            <a:r>
              <a:rPr lang="sv-SE" dirty="0"/>
              <a:t>Dra en bild hit för att lägga till en bakgrundsbild</a:t>
            </a:r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63EBAFC8-420B-8142-8D25-7580E64C27E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2087" y="4651200"/>
            <a:ext cx="11807825" cy="1613428"/>
          </a:xfrm>
          <a:solidFill>
            <a:schemeClr val="tx1">
              <a:alpha val="50000"/>
            </a:schemeClr>
          </a:solidFill>
          <a:effectLst/>
        </p:spPr>
        <p:txBody>
          <a:bodyPr lIns="360000" tIns="108000" rIns="360000" bIns="612000" anchor="b">
            <a:spAutoFit/>
          </a:bodyPr>
          <a:lstStyle>
            <a:lvl1pPr algn="ctr">
              <a:defRPr sz="6400" cap="all" spc="100" baseline="0">
                <a:solidFill>
                  <a:schemeClr val="bg1"/>
                </a:solidFill>
                <a:effectLst>
                  <a:outerShdw blurRad="152400" algn="ctr" rotWithShape="0">
                    <a:prstClr val="black"/>
                  </a:outerShdw>
                </a:effectLst>
              </a:defRPr>
            </a:lvl1pPr>
          </a:lstStyle>
          <a:p>
            <a:r>
              <a:rPr lang="sv-SE" dirty="0"/>
              <a:t>Rubrik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E46E1A1-AC7E-9041-B630-B7BC5AB5BB7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92087" y="5587200"/>
            <a:ext cx="11807825" cy="502445"/>
          </a:xfrm>
          <a:effectLst/>
        </p:spPr>
        <p:txBody>
          <a:bodyPr wrap="square" lIns="360000" rIns="360000">
            <a:spAutoFit/>
          </a:bodyPr>
          <a:lstStyle>
            <a:lvl1pPr marL="0" indent="0" algn="ctr">
              <a:buNone/>
              <a:defRPr sz="3200" b="0" i="0">
                <a:solidFill>
                  <a:schemeClr val="bg1"/>
                </a:solidFill>
                <a:effectLst>
                  <a:outerShdw blurRad="152400" algn="ctr" rotWithShape="0">
                    <a:prstClr val="black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 dirty="0"/>
              <a:t>Lägg till undertext eller minska den grå plattan</a:t>
            </a:r>
          </a:p>
        </p:txBody>
      </p:sp>
    </p:spTree>
    <p:extLst>
      <p:ext uri="{BB962C8B-B14F-4D97-AF65-F5344CB8AC3E}">
        <p14:creationId xmlns:p14="http://schemas.microsoft.com/office/powerpoint/2010/main" val="2438340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0000" y="2159999"/>
            <a:ext cx="8820000" cy="3960000"/>
          </a:xfrm>
        </p:spPr>
        <p:txBody>
          <a:bodyPr/>
          <a:lstStyle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E8DF10E5-74B0-1D48-B3FF-AB6299C05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36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FDE34647-2FEA-054E-80E8-C0FCC8DEB358}"/>
              </a:ext>
            </a:extLst>
          </p:cNvPr>
          <p:cNvSpPr/>
          <p:nvPr userDrawn="1"/>
        </p:nvSpPr>
        <p:spPr>
          <a:xfrm>
            <a:off x="192088" y="187656"/>
            <a:ext cx="11807825" cy="64814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0000" y="2159999"/>
            <a:ext cx="8820000" cy="3960000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115257BE-35D3-D844-83B2-2101D6EABB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12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ör skrymmande graf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359999"/>
            <a:ext cx="8820000" cy="1199860"/>
          </a:xfrm>
        </p:spPr>
        <p:txBody>
          <a:bodyPr bIns="0" anchor="ctr" anchorCtr="0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0000" y="1559859"/>
            <a:ext cx="8820000" cy="4560140"/>
          </a:xfrm>
        </p:spPr>
        <p:txBody>
          <a:bodyPr/>
          <a:lstStyle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00E479E5-288B-7A47-B597-EE9C6BB0B1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4746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ör skrymmande grafik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D81A3E1B-C332-BE46-9FEB-739A7F90AAC9}"/>
              </a:ext>
            </a:extLst>
          </p:cNvPr>
          <p:cNvSpPr/>
          <p:nvPr userDrawn="1"/>
        </p:nvSpPr>
        <p:spPr>
          <a:xfrm>
            <a:off x="192088" y="187656"/>
            <a:ext cx="11807825" cy="64814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359999"/>
            <a:ext cx="8820000" cy="1199860"/>
          </a:xfrm>
        </p:spPr>
        <p:txBody>
          <a:bodyPr bIns="0"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20000" y="1559859"/>
            <a:ext cx="8820000" cy="4560140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3A7B0887-EC14-A045-90B3-E282E8295B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1219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ör jättemyck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88914"/>
            <a:ext cx="10440000" cy="1071086"/>
          </a:xfrm>
        </p:spPr>
        <p:txBody>
          <a:bodyPr bIns="0" anchor="ctr" anchorCtr="0">
            <a:normAutofit/>
          </a:bodyPr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0000" y="1259998"/>
            <a:ext cx="10440000" cy="5409090"/>
          </a:xfrm>
        </p:spPr>
        <p:txBody>
          <a:bodyPr/>
          <a:lstStyle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4FE1865-017A-0346-90CC-08F3F1E48E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435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ör jättemycket text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ktangel 3">
            <a:extLst>
              <a:ext uri="{FF2B5EF4-FFF2-40B4-BE49-F238E27FC236}">
                <a16:creationId xmlns:a16="http://schemas.microsoft.com/office/drawing/2014/main" id="{4E7D8CD1-C060-BC4F-99D0-93925AD78847}"/>
              </a:ext>
            </a:extLst>
          </p:cNvPr>
          <p:cNvSpPr/>
          <p:nvPr userDrawn="1"/>
        </p:nvSpPr>
        <p:spPr>
          <a:xfrm>
            <a:off x="192088" y="187656"/>
            <a:ext cx="11807825" cy="64814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17EF249A-9390-B74A-A9AA-63DC6BE9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88914"/>
            <a:ext cx="10440000" cy="1071086"/>
          </a:xfrm>
        </p:spPr>
        <p:txBody>
          <a:bodyPr bIns="0" anchor="ctr" anchorCtr="0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BBEBD609-C4E6-3548-9EEB-0745E63C9BF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00000" y="1259998"/>
            <a:ext cx="10440000" cy="5409089"/>
          </a:xfrm>
        </p:spPr>
        <p:txBody>
          <a:bodyPr/>
          <a:lstStyle>
            <a:lvl1pPr>
              <a:buClr>
                <a:schemeClr val="accent6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6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6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6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6"/>
              </a:buClr>
              <a:defRPr>
                <a:solidFill>
                  <a:schemeClr val="bg1"/>
                </a:solidFill>
              </a:defRPr>
            </a:lvl5pPr>
            <a:lvl6pPr>
              <a:buClr>
                <a:schemeClr val="accent6"/>
              </a:buClr>
              <a:defRPr>
                <a:solidFill>
                  <a:schemeClr val="bg1"/>
                </a:solidFill>
              </a:defRPr>
            </a:lvl6pPr>
            <a:lvl7pPr marL="2743200" indent="0">
              <a:buNone/>
              <a:defRPr/>
            </a:lvl7pPr>
          </a:lstStyle>
          <a:p>
            <a:r>
              <a:rPr lang="sv-SE" dirty="0"/>
              <a:t>Brödtext nivå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  <p:pic>
        <p:nvPicPr>
          <p:cNvPr id="5" name="Bildobjekt 4">
            <a:extLst>
              <a:ext uri="{FF2B5EF4-FFF2-40B4-BE49-F238E27FC236}">
                <a16:creationId xmlns:a16="http://schemas.microsoft.com/office/drawing/2014/main" id="{FCA5F958-743D-3C41-B76C-D06204C7945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6451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ruta 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11807825" cy="6480175"/>
          </a:xfrm>
          <a:solidFill>
            <a:schemeClr val="bg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5D19B9C2-70AA-3747-8E78-329608E61B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97600" y="4880235"/>
            <a:ext cx="5294400" cy="1205418"/>
          </a:xfrm>
          <a:solidFill>
            <a:schemeClr val="bg1"/>
          </a:solidFill>
        </p:spPr>
        <p:txBody>
          <a:bodyPr wrap="square" lIns="540000" tIns="360000" rIns="360000" bIns="468000">
            <a:spAutoFit/>
          </a:bodyPr>
          <a:lstStyle>
            <a:lvl1pPr>
              <a:lnSpc>
                <a:spcPct val="100000"/>
              </a:lnSpc>
              <a:defRPr sz="2400" baseline="0"/>
            </a:lvl1pPr>
          </a:lstStyle>
          <a:p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40265149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textruta li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tshållare för bild 5">
            <a:extLst>
              <a:ext uri="{FF2B5EF4-FFF2-40B4-BE49-F238E27FC236}">
                <a16:creationId xmlns:a16="http://schemas.microsoft.com/office/drawing/2014/main" id="{BA0ABDCC-D188-2F40-92DB-269FBA094FC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11807825" cy="6480175"/>
          </a:xfrm>
          <a:solidFill>
            <a:schemeClr val="bg2"/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5" name="Rubrik 1">
            <a:extLst>
              <a:ext uri="{FF2B5EF4-FFF2-40B4-BE49-F238E27FC236}">
                <a16:creationId xmlns:a16="http://schemas.microsoft.com/office/drawing/2014/main" id="{BC89AA35-97B1-624B-B69D-58914AF5B3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75612" y="4880235"/>
            <a:ext cx="4116387" cy="1205418"/>
          </a:xfrm>
          <a:solidFill>
            <a:schemeClr val="bg1"/>
          </a:solidFill>
        </p:spPr>
        <p:txBody>
          <a:bodyPr wrap="square" lIns="540000" tIns="360000" rIns="360000" bIns="468000">
            <a:spAutoFit/>
          </a:bodyPr>
          <a:lstStyle>
            <a:lvl1pPr>
              <a:lnSpc>
                <a:spcPct val="100000"/>
              </a:lnSpc>
              <a:defRPr sz="2400" baseline="0"/>
            </a:lvl1pPr>
          </a:lstStyle>
          <a:p>
            <a:r>
              <a:rPr lang="sv-SE" dirty="0"/>
              <a:t>Skriv text här</a:t>
            </a:r>
          </a:p>
        </p:txBody>
      </p:sp>
    </p:spTree>
    <p:extLst>
      <p:ext uri="{BB962C8B-B14F-4D97-AF65-F5344CB8AC3E}">
        <p14:creationId xmlns:p14="http://schemas.microsoft.com/office/powerpoint/2010/main" val="32520629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rt och kärnfullt budsk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6EFEA4A-5ABD-6A4D-88CB-42E58CB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786400"/>
            <a:ext cx="11088000" cy="615553"/>
          </a:xfrm>
        </p:spPr>
        <p:txBody>
          <a:bodyPr bIns="0" anchor="ctr" anchorCtr="0">
            <a:spAutoFit/>
          </a:bodyPr>
          <a:lstStyle>
            <a:lvl1pPr algn="ctr">
              <a:lnSpc>
                <a:spcPct val="100000"/>
              </a:lnSpc>
              <a:defRPr sz="4000"/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B392BF5D-380B-9244-837F-4969BAD00B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5419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rt och kärnfullt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ktangel 2">
            <a:extLst>
              <a:ext uri="{FF2B5EF4-FFF2-40B4-BE49-F238E27FC236}">
                <a16:creationId xmlns:a16="http://schemas.microsoft.com/office/drawing/2014/main" id="{F29DD6FC-67D4-1147-8BFB-BFE7374E65BA}"/>
              </a:ext>
            </a:extLst>
          </p:cNvPr>
          <p:cNvSpPr/>
          <p:nvPr userDrawn="1"/>
        </p:nvSpPr>
        <p:spPr>
          <a:xfrm>
            <a:off x="192088" y="187656"/>
            <a:ext cx="11807825" cy="648143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" name="Rubrik 1">
            <a:extLst>
              <a:ext uri="{FF2B5EF4-FFF2-40B4-BE49-F238E27FC236}">
                <a16:creationId xmlns:a16="http://schemas.microsoft.com/office/drawing/2014/main" id="{06EFEA4A-5ABD-6A4D-88CB-42E58CB1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00" y="2785298"/>
            <a:ext cx="11088000" cy="615553"/>
          </a:xfrm>
        </p:spPr>
        <p:txBody>
          <a:bodyPr bIns="0" anchor="ctr" anchorCtr="0">
            <a:spAutoFit/>
          </a:bodyPr>
          <a:lstStyle>
            <a:lvl1pPr algn="ctr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  <a:endParaRPr lang="sv-SE" noProof="0" dirty="0"/>
          </a:p>
        </p:txBody>
      </p:sp>
      <p:pic>
        <p:nvPicPr>
          <p:cNvPr id="4" name="Bildobjekt 3">
            <a:extLst>
              <a:ext uri="{FF2B5EF4-FFF2-40B4-BE49-F238E27FC236}">
                <a16:creationId xmlns:a16="http://schemas.microsoft.com/office/drawing/2014/main" id="{706ADD2F-64FB-A842-A4B8-B38527D1D9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50448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k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6388" y="188913"/>
            <a:ext cx="3959224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5612" y="188913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2088" y="3428998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16" name="Platshållare för bild 3">
            <a:extLst>
              <a:ext uri="{FF2B5EF4-FFF2-40B4-BE49-F238E27FC236}">
                <a16:creationId xmlns:a16="http://schemas.microsoft.com/office/drawing/2014/main" id="{04D25F2B-1A76-3943-8341-1E952FF295D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6388" y="3428997"/>
            <a:ext cx="3959224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5612" y="3428999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8" name="Rubrik 1">
            <a:extLst>
              <a:ext uri="{FF2B5EF4-FFF2-40B4-BE49-F238E27FC236}">
                <a16:creationId xmlns:a16="http://schemas.microsoft.com/office/drawing/2014/main" id="{D971C67A-26E8-0C4A-982B-7B5FF0696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-406473"/>
            <a:ext cx="9266160" cy="304699"/>
          </a:xfrm>
        </p:spPr>
        <p:txBody>
          <a:bodyPr wrap="square" lIns="0" tIns="0" rIns="0" bIns="0">
            <a:spAutoFit/>
          </a:bodyPr>
          <a:lstStyle>
            <a:lvl1pPr>
              <a:defRPr sz="2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6210101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koll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A506083C-36FA-EA41-9374-E68FDA30D00D}"/>
              </a:ext>
            </a:extLst>
          </p:cNvPr>
          <p:cNvSpPr/>
          <p:nvPr userDrawn="1"/>
        </p:nvSpPr>
        <p:spPr>
          <a:xfrm>
            <a:off x="4116388" y="3429000"/>
            <a:ext cx="3959224" cy="324008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" name="Rubrik 2">
            <a:extLst>
              <a:ext uri="{FF2B5EF4-FFF2-40B4-BE49-F238E27FC236}">
                <a16:creationId xmlns:a16="http://schemas.microsoft.com/office/drawing/2014/main" id="{DDB3530F-65D5-CD43-82D8-FBC17205F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90" y="4647274"/>
            <a:ext cx="3959223" cy="430887"/>
          </a:xfrm>
          <a:noFill/>
        </p:spPr>
        <p:txBody>
          <a:bodyPr wrap="square" lIns="468000" rIns="432000" bIns="0" anchor="ctr" anchorCtr="0">
            <a:spAutoFit/>
          </a:bodyPr>
          <a:lstStyle>
            <a:lvl1pPr>
              <a:lnSpc>
                <a:spcPct val="100000"/>
              </a:lnSpc>
              <a:defRPr sz="2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6388" y="188913"/>
            <a:ext cx="3959224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5612" y="188913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2088" y="3428998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5612" y="3428999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78085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kollage + text mö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ktangel 1">
            <a:extLst>
              <a:ext uri="{FF2B5EF4-FFF2-40B4-BE49-F238E27FC236}">
                <a16:creationId xmlns:a16="http://schemas.microsoft.com/office/drawing/2014/main" id="{A506083C-36FA-EA41-9374-E68FDA30D00D}"/>
              </a:ext>
            </a:extLst>
          </p:cNvPr>
          <p:cNvSpPr/>
          <p:nvPr userDrawn="1"/>
        </p:nvSpPr>
        <p:spPr>
          <a:xfrm>
            <a:off x="4116388" y="3429000"/>
            <a:ext cx="3959224" cy="324008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9" name="Rubrik 2">
            <a:extLst>
              <a:ext uri="{FF2B5EF4-FFF2-40B4-BE49-F238E27FC236}">
                <a16:creationId xmlns:a16="http://schemas.microsoft.com/office/drawing/2014/main" id="{3E1C5BC2-1B5A-DA4F-A220-7E22547FE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6390" y="4647274"/>
            <a:ext cx="3959223" cy="430887"/>
          </a:xfrm>
          <a:noFill/>
        </p:spPr>
        <p:txBody>
          <a:bodyPr wrap="square" lIns="468000" rIns="432000" bIns="0" anchor="ctr" anchorCtr="0">
            <a:spAutoFit/>
          </a:bodyPr>
          <a:lstStyle>
            <a:lvl1pPr>
              <a:lnSpc>
                <a:spcPct val="100000"/>
              </a:lnSpc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sp>
        <p:nvSpPr>
          <p:cNvPr id="4" name="Platshållare för bild 3">
            <a:extLst>
              <a:ext uri="{FF2B5EF4-FFF2-40B4-BE49-F238E27FC236}">
                <a16:creationId xmlns:a16="http://schemas.microsoft.com/office/drawing/2014/main" id="{B3015678-1B21-F548-AB9E-9C139C0F75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92088" y="188913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5" name="Platshållare för bild 3">
            <a:extLst>
              <a:ext uri="{FF2B5EF4-FFF2-40B4-BE49-F238E27FC236}">
                <a16:creationId xmlns:a16="http://schemas.microsoft.com/office/drawing/2014/main" id="{8AF7B282-EE79-CC45-BF9C-0671C9A487D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116388" y="188913"/>
            <a:ext cx="3959224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6" name="Platshållare för bild 3">
            <a:extLst>
              <a:ext uri="{FF2B5EF4-FFF2-40B4-BE49-F238E27FC236}">
                <a16:creationId xmlns:a16="http://schemas.microsoft.com/office/drawing/2014/main" id="{F692A12B-7004-EE49-9971-D747A70447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075612" y="188913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  <p:sp>
        <p:nvSpPr>
          <p:cNvPr id="15" name="Platshållare för bild 3">
            <a:extLst>
              <a:ext uri="{FF2B5EF4-FFF2-40B4-BE49-F238E27FC236}">
                <a16:creationId xmlns:a16="http://schemas.microsoft.com/office/drawing/2014/main" id="{0DB67BB7-8CB4-5046-8AC2-E508709ACA0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92088" y="3428998"/>
            <a:ext cx="3924300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 dirty="0"/>
          </a:p>
        </p:txBody>
      </p:sp>
      <p:sp>
        <p:nvSpPr>
          <p:cNvPr id="14" name="Platshållare för bild 3">
            <a:extLst>
              <a:ext uri="{FF2B5EF4-FFF2-40B4-BE49-F238E27FC236}">
                <a16:creationId xmlns:a16="http://schemas.microsoft.com/office/drawing/2014/main" id="{7D21BC8F-843D-4545-8437-C52123F558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75612" y="3428999"/>
            <a:ext cx="3924302" cy="3240087"/>
          </a:xfrm>
        </p:spPr>
        <p:txBody>
          <a:bodyPr/>
          <a:lstStyle/>
          <a:p>
            <a:r>
              <a:rPr lang="en-GB"/>
              <a:t>Click icon to add picture</a:t>
            </a:r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3194324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DCB9E94-CD43-A846-848D-1D1C817F5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88" y="-406473"/>
            <a:ext cx="9272423" cy="304699"/>
          </a:xfrm>
        </p:spPr>
        <p:txBody>
          <a:bodyPr wrap="square" lIns="0" tIns="0" rIns="0" bIns="0">
            <a:spAutoFit/>
          </a:bodyPr>
          <a:lstStyle>
            <a:lvl1pPr>
              <a:defRPr sz="22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sv-SE" dirty="0"/>
          </a:p>
        </p:txBody>
      </p:sp>
      <p:pic>
        <p:nvPicPr>
          <p:cNvPr id="3" name="Bildobjekt 2">
            <a:extLst>
              <a:ext uri="{FF2B5EF4-FFF2-40B4-BE49-F238E27FC236}">
                <a16:creationId xmlns:a16="http://schemas.microsoft.com/office/drawing/2014/main" id="{EC68AFC7-EF72-6A46-A52B-2558E14536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949843" y="5560557"/>
            <a:ext cx="768614" cy="945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914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4A9A7386-F759-0E42-A82F-00906141C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00" y="359999"/>
            <a:ext cx="8820000" cy="1800000"/>
          </a:xfrm>
          <a:prstGeom prst="rect">
            <a:avLst/>
          </a:prstGeom>
        </p:spPr>
        <p:txBody>
          <a:bodyPr vert="horz" lIns="0" tIns="0" rIns="0" bIns="288000" rtlCol="0" anchor="b" anchorCtr="0">
            <a:normAutofit/>
          </a:bodyPr>
          <a:lstStyle/>
          <a:p>
            <a:r>
              <a:rPr lang="sv-SE" dirty="0"/>
              <a:t>Klicka </a:t>
            </a:r>
            <a:r>
              <a:rPr lang="sv-SE" noProof="0" dirty="0"/>
              <a:t>här</a:t>
            </a:r>
            <a:r>
              <a:rPr lang="sv-SE" dirty="0"/>
              <a:t> för att ändra mall </a:t>
            </a:r>
            <a:br>
              <a:rPr lang="sv-SE" dirty="0"/>
            </a:br>
            <a:r>
              <a:rPr lang="sv-SE" dirty="0"/>
              <a:t>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7D065C12-314E-C844-B105-FA43CA3DE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0000" y="2159999"/>
            <a:ext cx="8820000" cy="435133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sv-SE" dirty="0"/>
              <a:t>Brödtext </a:t>
            </a:r>
            <a:r>
              <a:rPr lang="sv-SE" noProof="0" dirty="0"/>
              <a:t>nivå</a:t>
            </a:r>
            <a:r>
              <a:rPr lang="sv-SE" dirty="0"/>
              <a:t> 1</a:t>
            </a:r>
          </a:p>
          <a:p>
            <a:pPr lvl="1"/>
            <a:r>
              <a:rPr lang="sv-SE" dirty="0"/>
              <a:t>Brödtext nivå 2</a:t>
            </a:r>
          </a:p>
          <a:p>
            <a:pPr lvl="2"/>
            <a:r>
              <a:rPr lang="sv-SE" dirty="0"/>
              <a:t>Brödtext nivå 3</a:t>
            </a:r>
          </a:p>
          <a:p>
            <a:pPr lvl="3"/>
            <a:r>
              <a:rPr lang="sv-SE" dirty="0"/>
              <a:t>Brödtext nivå 4</a:t>
            </a:r>
          </a:p>
          <a:p>
            <a:pPr lvl="4"/>
            <a:r>
              <a:rPr lang="sv-SE" dirty="0"/>
              <a:t>Brödtext nivå 5</a:t>
            </a:r>
          </a:p>
          <a:p>
            <a:pPr lvl="5"/>
            <a:r>
              <a:rPr lang="sv-SE" dirty="0"/>
              <a:t>Brödtext nivå 6</a:t>
            </a:r>
          </a:p>
        </p:txBody>
      </p:sp>
    </p:spTree>
    <p:extLst>
      <p:ext uri="{BB962C8B-B14F-4D97-AF65-F5344CB8AC3E}">
        <p14:creationId xmlns:p14="http://schemas.microsoft.com/office/powerpoint/2010/main" val="3151263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55" r:id="rId7"/>
    <p:sldLayoutId id="2147483649" r:id="rId8"/>
    <p:sldLayoutId id="2147483650" r:id="rId9"/>
    <p:sldLayoutId id="2147483669" r:id="rId10"/>
    <p:sldLayoutId id="2147483667" r:id="rId11"/>
    <p:sldLayoutId id="2147483670" r:id="rId12"/>
    <p:sldLayoutId id="2147483673" r:id="rId13"/>
    <p:sldLayoutId id="2147483674" r:id="rId14"/>
    <p:sldLayoutId id="2147483657" r:id="rId15"/>
    <p:sldLayoutId id="2147483658" r:id="rId16"/>
    <p:sldLayoutId id="2147483651" r:id="rId17"/>
    <p:sldLayoutId id="2147483671" r:id="rId18"/>
    <p:sldLayoutId id="2147483659" r:id="rId19"/>
    <p:sldLayoutId id="2147483660" r:id="rId20"/>
    <p:sldLayoutId id="2147483672" r:id="rId21"/>
    <p:sldLayoutId id="2147483661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accent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1200"/>
        </a:spcBef>
        <a:buClr>
          <a:schemeClr val="accent1"/>
        </a:buClr>
        <a:buFont typeface="Arial" panose="020B0604020202020204" pitchFamily="34" charset="0"/>
        <a:buChar char="•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04000" indent="-252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792000" indent="-252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080000" indent="-252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368000" indent="-252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656000" indent="-252000" algn="l" defTabSz="914400" rtl="0" eaLnBrk="1" latinLnBrk="0" hangingPunct="1">
        <a:lnSpc>
          <a:spcPct val="110000"/>
        </a:lnSpc>
        <a:spcBef>
          <a:spcPts val="0"/>
        </a:spcBef>
        <a:buClr>
          <a:schemeClr val="accent1"/>
        </a:buClr>
        <a:buFont typeface="Systemtypsnitt normalt"/>
        <a:buChar char="–"/>
        <a:defRPr sz="22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121" userDrawn="1">
          <p15:clr>
            <a:srgbClr val="F26B43"/>
          </p15:clr>
        </p15:guide>
        <p15:guide id="4" pos="7559" userDrawn="1">
          <p15:clr>
            <a:srgbClr val="F26B43"/>
          </p15:clr>
        </p15:guide>
        <p15:guide id="5" pos="2593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orient="horz" pos="4201" userDrawn="1">
          <p15:clr>
            <a:srgbClr val="F26B43"/>
          </p15:clr>
        </p15:guide>
        <p15:guide id="8" orient="horz" pos="11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tshållare för text 4">
            <a:extLst>
              <a:ext uri="{FF2B5EF4-FFF2-40B4-BE49-F238E27FC236}">
                <a16:creationId xmlns:a16="http://schemas.microsoft.com/office/drawing/2014/main" id="{6C5094EC-542D-99B4-C6AF-69C8E768055F}"/>
              </a:ext>
            </a:extLst>
          </p:cNvPr>
          <p:cNvSpPr txBox="1">
            <a:spLocks/>
          </p:cNvSpPr>
          <p:nvPr/>
        </p:nvSpPr>
        <p:spPr>
          <a:xfrm>
            <a:off x="1331204" y="931339"/>
            <a:ext cx="9712471" cy="1808698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marR="0" indent="0" algn="l" defTabSz="4174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900" b="0" i="0" u="none" kern="1200" baseline="0">
                <a:solidFill>
                  <a:schemeClr val="accent1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3391998" indent="-1304616" algn="l" defTabSz="417476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8461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05843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93230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80613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67995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655384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742766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4174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9A5A1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Infrastructure, Race, and Urban Change in Brazil – Who Benefits?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srgbClr val="9A5A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defTabSz="41747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GB" sz="2800" b="0" i="0" u="none" strike="noStrike" kern="1200" cap="none" spc="0" normalizeH="0" baseline="0" noProof="0" dirty="0">
                <a:ln>
                  <a:noFill/>
                </a:ln>
                <a:solidFill>
                  <a:srgbClr val="9A5A14"/>
                </a:solidFill>
                <a:effectLst/>
                <a:uLnTx/>
                <a:uFillTx/>
                <a:latin typeface="Times New Roman"/>
                <a:ea typeface="+mn-ea"/>
                <a:cs typeface="Times New Roman"/>
              </a:rPr>
              <a:t>Constructing a National Database of Major Infrastructure Projects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9A5A14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1" name="Platshållare för text 7">
            <a:extLst>
              <a:ext uri="{FF2B5EF4-FFF2-40B4-BE49-F238E27FC236}">
                <a16:creationId xmlns:a16="http://schemas.microsoft.com/office/drawing/2014/main" id="{5F4AEBD7-D716-37CF-0966-7CC481776952}"/>
              </a:ext>
            </a:extLst>
          </p:cNvPr>
          <p:cNvSpPr txBox="1">
            <a:spLocks/>
          </p:cNvSpPr>
          <p:nvPr/>
        </p:nvSpPr>
        <p:spPr>
          <a:xfrm>
            <a:off x="1414332" y="3182538"/>
            <a:ext cx="3807248" cy="1237985"/>
          </a:xfrm>
          <a:prstGeom prst="rect">
            <a:avLst/>
          </a:prstGeom>
          <a:ln>
            <a:noFill/>
            <a:prstDash val="solid"/>
          </a:ln>
        </p:spPr>
        <p:txBody>
          <a:bodyPr lIns="0" tIns="0" rIns="0" bIns="0" anchor="t" anchorCtr="0"/>
          <a:lstStyle>
            <a:lvl1pPr marL="0" indent="0" algn="l" defTabSz="4174769" rtl="0" eaLnBrk="1" latinLnBrk="0" hangingPunct="1">
              <a:spcBef>
                <a:spcPct val="20000"/>
              </a:spcBef>
              <a:buFont typeface="Arial" pitchFamily="34" charset="0"/>
              <a:buNone/>
              <a:defRPr sz="3600" b="1" i="0" kern="1200" cap="all" spc="200" baseline="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3391998" indent="-1304616" algn="l" defTabSz="417476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218461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305843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393230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480613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67995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655384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742766" indent="-1043692" algn="l" defTabSz="417476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>
                <a:latin typeface="Arial"/>
                <a:cs typeface="Arial"/>
              </a:rPr>
              <a:t>Fabio Schreiber</a:t>
            </a:r>
            <a:r>
              <a:rPr lang="en-SE" sz="1300" b="0" dirty="0">
                <a:latin typeface="Arial"/>
                <a:cs typeface="Arial"/>
              </a:rPr>
              <a:t>¹</a:t>
            </a:r>
            <a:r>
              <a:rPr lang="en-SE" sz="1300" dirty="0">
                <a:latin typeface="Arial"/>
                <a:cs typeface="Arial"/>
              </a:rPr>
              <a:t>, </a:t>
            </a:r>
          </a:p>
          <a:p>
            <a:r>
              <a:rPr lang="en-GB" sz="1300" dirty="0">
                <a:latin typeface="Arial"/>
                <a:cs typeface="Arial"/>
              </a:rPr>
              <a:t>Lorena Melgaço</a:t>
            </a:r>
            <a:r>
              <a:rPr lang="en-SE" sz="1300" b="0" dirty="0">
                <a:latin typeface="Arial"/>
                <a:cs typeface="Arial"/>
              </a:rPr>
              <a:t>¹</a:t>
            </a:r>
            <a:r>
              <a:rPr lang="en-GB" sz="1300" dirty="0">
                <a:latin typeface="Arial"/>
                <a:cs typeface="Arial"/>
              </a:rPr>
              <a:t>, </a:t>
            </a:r>
          </a:p>
          <a:p>
            <a:r>
              <a:rPr lang="en-GB" sz="1300" dirty="0">
                <a:latin typeface="Arial"/>
                <a:cs typeface="Arial"/>
              </a:rPr>
              <a:t>Luana Xavier Pinto Coelho</a:t>
            </a:r>
            <a:r>
              <a:rPr lang="en-SE" sz="1300" b="0" dirty="0">
                <a:latin typeface="Arial"/>
                <a:cs typeface="Arial"/>
              </a:rPr>
              <a:t>², </a:t>
            </a:r>
          </a:p>
          <a:p>
            <a:r>
              <a:rPr lang="en-US" sz="1300" dirty="0">
                <a:latin typeface="Arial"/>
                <a:cs typeface="Arial"/>
              </a:rPr>
              <a:t>Philipp Stark</a:t>
            </a:r>
            <a:r>
              <a:rPr lang="en-US" sz="1300" b="0" dirty="0">
                <a:latin typeface="Arial"/>
                <a:cs typeface="Arial"/>
              </a:rPr>
              <a:t>¹</a:t>
            </a:r>
          </a:p>
          <a:p>
            <a:r>
              <a:rPr lang="en-SE" sz="900" b="0" dirty="0">
                <a:latin typeface="Arial"/>
                <a:cs typeface="Arial"/>
              </a:rPr>
              <a:t>¹</a:t>
            </a:r>
            <a:r>
              <a:rPr lang="en-GB" sz="900" b="0" dirty="0">
                <a:latin typeface="Arial"/>
                <a:cs typeface="Arial"/>
              </a:rPr>
              <a:t>Lund University, Lund, Sweden</a:t>
            </a:r>
            <a:r>
              <a:rPr lang="en-SE" sz="900" b="0" dirty="0">
                <a:latin typeface="Arial"/>
                <a:cs typeface="Arial"/>
              </a:rPr>
              <a:t>; </a:t>
            </a:r>
          </a:p>
          <a:p>
            <a:r>
              <a:rPr lang="en-SE" sz="900" b="0" dirty="0">
                <a:latin typeface="Arial"/>
                <a:cs typeface="Arial"/>
              </a:rPr>
              <a:t>²</a:t>
            </a:r>
            <a:r>
              <a:rPr lang="en-GB" sz="900" b="0" dirty="0">
                <a:latin typeface="Arial"/>
                <a:cs typeface="Arial"/>
              </a:rPr>
              <a:t>University of Brasília, Brasília, Brazil</a:t>
            </a:r>
            <a:endParaRPr lang="en-GB" sz="900" dirty="0">
              <a:latin typeface="Arial"/>
              <a:cs typeface="Arial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4EC822-1442-91EB-9EE3-0412C875347A}"/>
              </a:ext>
            </a:extLst>
          </p:cNvPr>
          <p:cNvSpPr>
            <a:spLocks noGrp="1"/>
          </p:cNvSpPr>
          <p:nvPr/>
        </p:nvSpPr>
        <p:spPr>
          <a:xfrm>
            <a:off x="8681430" y="5512777"/>
            <a:ext cx="990083" cy="997191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51ECF5E-CDA1-872A-A964-E7B1E38D4CEC}"/>
              </a:ext>
            </a:extLst>
          </p:cNvPr>
          <p:cNvSpPr txBox="1"/>
          <p:nvPr/>
        </p:nvSpPr>
        <p:spPr>
          <a:xfrm>
            <a:off x="8655054" y="5595873"/>
            <a:ext cx="1052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1200" b="1" dirty="0">
                <a:solidFill>
                  <a:schemeClr val="bg1"/>
                </a:solidFill>
              </a:rPr>
              <a:t>Lund Social Sciences Methods Centre</a:t>
            </a:r>
            <a:endParaRPr lang="en-SE" sz="1200" dirty="0">
              <a:solidFill>
                <a:schemeClr val="bg1"/>
              </a:solidFill>
            </a:endParaRPr>
          </a:p>
        </p:txBody>
      </p:sp>
      <p:pic>
        <p:nvPicPr>
          <p:cNvPr id="39" name="Picture 38" descr="Hägerstrand Lab logo with time-geography paths, satellite data, computational grid, and social science figures">
            <a:extLst>
              <a:ext uri="{FF2B5EF4-FFF2-40B4-BE49-F238E27FC236}">
                <a16:creationId xmlns:a16="http://schemas.microsoft.com/office/drawing/2014/main" id="{734C4030-8B74-DAA8-36DE-66D9E59C3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0" y="5445950"/>
            <a:ext cx="1211539" cy="1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096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C7D2A7-B4F9-5015-A30D-EE4C1E25F2A3}"/>
              </a:ext>
            </a:extLst>
          </p:cNvPr>
          <p:cNvSpPr>
            <a:spLocks noGrp="1"/>
          </p:cNvSpPr>
          <p:nvPr/>
        </p:nvSpPr>
        <p:spPr>
          <a:xfrm>
            <a:off x="967893" y="1635826"/>
            <a:ext cx="10450919" cy="3586348"/>
          </a:xfrm>
          <a:prstGeom prst="rect">
            <a:avLst/>
          </a:prstGeom>
          <a:solidFill>
            <a:srgbClr val="DCE8E7"/>
          </a:solidFill>
          <a:ln w="0">
            <a:noFill/>
          </a:ln>
        </p:spPr>
        <p:txBody>
          <a:bodyPr/>
          <a:lstStyle/>
          <a:p>
            <a:endParaRPr lang="en-SE" sz="2400"/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25AB9CBC-40E9-2437-7BD7-D06FF72EA56A}"/>
              </a:ext>
            </a:extLst>
          </p:cNvPr>
          <p:cNvSpPr txBox="1">
            <a:spLocks/>
          </p:cNvSpPr>
          <p:nvPr/>
        </p:nvSpPr>
        <p:spPr>
          <a:xfrm>
            <a:off x="646490" y="509704"/>
            <a:ext cx="3185614" cy="583635"/>
          </a:xfrm>
          <a:prstGeom prst="rect">
            <a:avLst/>
          </a:prstGeom>
        </p:spPr>
        <p:txBody>
          <a:bodyPr lIns="0" tIns="0" rIns="0" bIns="0" anchor="b" anchorCtr="0"/>
          <a:lstStyle/>
          <a:p>
            <a:r>
              <a:rPr lang="en-US" sz="3600" i="0" kern="1200" dirty="0">
                <a:solidFill>
                  <a:srgbClr val="9A5A14"/>
                </a:solidFill>
                <a:latin typeface="Times New Roman" pitchFamily="18" charset="0"/>
                <a:cs typeface="Times New Roman" pitchFamily="18" charset="0"/>
              </a:rPr>
              <a:t>The Problem</a:t>
            </a:r>
          </a:p>
        </p:txBody>
      </p:sp>
      <p:sp>
        <p:nvSpPr>
          <p:cNvPr id="6" name="Why bullets">
            <a:extLst>
              <a:ext uri="{FF2B5EF4-FFF2-40B4-BE49-F238E27FC236}">
                <a16:creationId xmlns:a16="http://schemas.microsoft.com/office/drawing/2014/main" id="{2B646AAC-BDB8-4A4D-E90D-971DC4FB0E7F}"/>
              </a:ext>
            </a:extLst>
          </p:cNvPr>
          <p:cNvSpPr txBox="1"/>
          <p:nvPr/>
        </p:nvSpPr>
        <p:spPr>
          <a:xfrm>
            <a:off x="1138252" y="1823485"/>
            <a:ext cx="10206551" cy="2342793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b="0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Large infrastructure investment is promoted as urban development.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However, </a:t>
            </a:r>
            <a:r>
              <a:rPr lang="en-US" sz="2400" b="0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it is unclear </a:t>
            </a:r>
            <a:r>
              <a:rPr lang="en-US" sz="2400" b="1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who benefits</a:t>
            </a:r>
            <a:r>
              <a:rPr lang="en-US" sz="2400" b="0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from them.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Arial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Urban planning in Brazil is usually framed by class, rarely by race, behind a claim of "planning innocence.”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sz="2400" b="0" i="0" kern="1200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59A829E6-348C-129B-EC3B-688FF361C5A0}"/>
              </a:ext>
            </a:extLst>
          </p:cNvPr>
          <p:cNvSpPr/>
          <p:nvPr/>
        </p:nvSpPr>
        <p:spPr>
          <a:xfrm>
            <a:off x="1138252" y="4462758"/>
            <a:ext cx="464415" cy="4359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EB9FB4-712F-9D91-30BF-8CEB151EBFC2}"/>
              </a:ext>
            </a:extLst>
          </p:cNvPr>
          <p:cNvSpPr txBox="1"/>
          <p:nvPr/>
        </p:nvSpPr>
        <p:spPr>
          <a:xfrm>
            <a:off x="1602667" y="4429571"/>
            <a:ext cx="962947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This project </a:t>
            </a:r>
            <a:r>
              <a:rPr lang="en-US" sz="2400" b="1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links</a:t>
            </a:r>
            <a:r>
              <a:rPr lang="en-US" sz="2400" b="0" i="0" kern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investment to racial composition, spatially and over time.</a:t>
            </a:r>
            <a:endParaRPr lang="en-SE" sz="16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8162F8-0B88-03CF-DE6C-5A7B3E49A68A}"/>
              </a:ext>
            </a:extLst>
          </p:cNvPr>
          <p:cNvSpPr>
            <a:spLocks noGrp="1"/>
          </p:cNvSpPr>
          <p:nvPr/>
        </p:nvSpPr>
        <p:spPr>
          <a:xfrm>
            <a:off x="8681430" y="5512777"/>
            <a:ext cx="990083" cy="997191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125536-E9EC-5DD2-A9D6-AEB348C2ECCD}"/>
              </a:ext>
            </a:extLst>
          </p:cNvPr>
          <p:cNvSpPr txBox="1"/>
          <p:nvPr/>
        </p:nvSpPr>
        <p:spPr>
          <a:xfrm>
            <a:off x="8655054" y="5595873"/>
            <a:ext cx="1052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1200" b="1" dirty="0">
                <a:solidFill>
                  <a:schemeClr val="bg1"/>
                </a:solidFill>
              </a:rPr>
              <a:t>Lund Social Sciences Methods Centre</a:t>
            </a:r>
            <a:endParaRPr lang="en-SE" sz="1200" dirty="0">
              <a:solidFill>
                <a:schemeClr val="bg1"/>
              </a:solidFill>
            </a:endParaRPr>
          </a:p>
        </p:txBody>
      </p:sp>
      <p:pic>
        <p:nvPicPr>
          <p:cNvPr id="17" name="Picture 16" descr="Hägerstrand Lab logo with time-geography paths, satellite data, computational grid, and social science figures">
            <a:extLst>
              <a:ext uri="{FF2B5EF4-FFF2-40B4-BE49-F238E27FC236}">
                <a16:creationId xmlns:a16="http://schemas.microsoft.com/office/drawing/2014/main" id="{0D2DCD87-608B-AF88-699D-1510820F0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2510" y="5445950"/>
            <a:ext cx="1211539" cy="1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467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>
            <a:extLst>
              <a:ext uri="{FF2B5EF4-FFF2-40B4-BE49-F238E27FC236}">
                <a16:creationId xmlns:a16="http://schemas.microsoft.com/office/drawing/2014/main" id="{FACC9C22-A678-959E-F784-275F2D1861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9736" y="1788192"/>
            <a:ext cx="6644486" cy="3493628"/>
          </a:xfrm>
          <a:prstGeom prst="rect">
            <a:avLst/>
          </a:prstGeom>
        </p:spPr>
      </p:pic>
      <p:sp>
        <p:nvSpPr>
          <p:cNvPr id="12" name="Platshållare för text 4">
            <a:extLst>
              <a:ext uri="{FF2B5EF4-FFF2-40B4-BE49-F238E27FC236}">
                <a16:creationId xmlns:a16="http://schemas.microsoft.com/office/drawing/2014/main" id="{749F6F7D-35A9-A11E-C271-78A27C88523B}"/>
              </a:ext>
            </a:extLst>
          </p:cNvPr>
          <p:cNvSpPr txBox="1">
            <a:spLocks/>
          </p:cNvSpPr>
          <p:nvPr/>
        </p:nvSpPr>
        <p:spPr>
          <a:xfrm>
            <a:off x="402447" y="589824"/>
            <a:ext cx="4607293" cy="433225"/>
          </a:xfrm>
          <a:prstGeom prst="rect">
            <a:avLst/>
          </a:prstGeom>
        </p:spPr>
        <p:txBody>
          <a:bodyPr lIns="0" tIns="0" rIns="0" bIns="0" anchor="b" anchorCtr="0"/>
          <a:lstStyle/>
          <a:p>
            <a:pPr algn="l"/>
            <a:r>
              <a:rPr lang="en-US" sz="3600" b="0" i="0" kern="1200" dirty="0">
                <a:solidFill>
                  <a:srgbClr val="9A5A14"/>
                </a:solidFill>
                <a:latin typeface="Times New Roman" pitchFamily="18" charset="0"/>
                <a:cs typeface="Times New Roman" pitchFamily="18" charset="0"/>
              </a:rPr>
              <a:t>An Interactive Platform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29D6BC06-40C6-5C2D-C8B1-74C34D152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9688" y="3818185"/>
            <a:ext cx="1420617" cy="1383983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4740F406-ACF0-EAD8-BAFA-AAB7F1C4E874}"/>
              </a:ext>
            </a:extLst>
          </p:cNvPr>
          <p:cNvSpPr/>
          <p:nvPr/>
        </p:nvSpPr>
        <p:spPr>
          <a:xfrm>
            <a:off x="10189688" y="5189919"/>
            <a:ext cx="1420619" cy="651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QR caption">
            <a:extLst>
              <a:ext uri="{FF2B5EF4-FFF2-40B4-BE49-F238E27FC236}">
                <a16:creationId xmlns:a16="http://schemas.microsoft.com/office/drawing/2014/main" id="{4E1FCE5B-E91B-4379-6F14-6EAC4D6CAD0D}"/>
              </a:ext>
            </a:extLst>
          </p:cNvPr>
          <p:cNvSpPr txBox="1"/>
          <p:nvPr/>
        </p:nvSpPr>
        <p:spPr>
          <a:xfrm>
            <a:off x="10302567" y="5132775"/>
            <a:ext cx="1213680" cy="13616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n-US" sz="700" b="0" i="1" kern="1200" dirty="0">
                <a:solidFill>
                  <a:srgbClr val="2F2B28"/>
                </a:solidFill>
                <a:latin typeface="Times New Roman" pitchFamily="18" charset="0"/>
                <a:cs typeface="Times New Roman" pitchFamily="18" charset="0"/>
              </a:rPr>
              <a:t>Scan to explore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4BEF5-DCC4-5C49-EE20-279B5E9B0D8E}"/>
              </a:ext>
            </a:extLst>
          </p:cNvPr>
          <p:cNvSpPr>
            <a:spLocks noGrp="1"/>
          </p:cNvSpPr>
          <p:nvPr/>
        </p:nvSpPr>
        <p:spPr>
          <a:xfrm>
            <a:off x="4989736" y="1788193"/>
            <a:ext cx="6644487" cy="3493628"/>
          </a:xfrm>
          <a:prstGeom prst="rect">
            <a:avLst/>
          </a:prstGeom>
          <a:noFill/>
          <a:ln w="19050">
            <a:solidFill>
              <a:srgbClr val="D0CCB6"/>
            </a:solidFill>
            <a:prstDash val="solid"/>
          </a:ln>
        </p:spPr>
        <p:txBody>
          <a:bodyPr/>
          <a:lstStyle/>
          <a:p>
            <a:endParaRPr lang="en-SE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7AFD217-E278-5E0D-7355-0AD5A049FC77}"/>
              </a:ext>
            </a:extLst>
          </p:cNvPr>
          <p:cNvSpPr>
            <a:spLocks noGrp="1"/>
          </p:cNvSpPr>
          <p:nvPr/>
        </p:nvSpPr>
        <p:spPr>
          <a:xfrm>
            <a:off x="432701" y="1617746"/>
            <a:ext cx="180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975" b="1" i="0" spc="1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spc="1" dirty="0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rPr>
              <a:t>DATA INPUTS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240D531-63F4-8067-580E-073D6D7798AA}"/>
              </a:ext>
            </a:extLst>
          </p:cNvPr>
          <p:cNvSpPr>
            <a:spLocks noGrp="1"/>
          </p:cNvSpPr>
          <p:nvPr/>
        </p:nvSpPr>
        <p:spPr>
          <a:xfrm>
            <a:off x="432701" y="3290732"/>
            <a:ext cx="1396099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defRPr sz="975" b="1" i="0" spc="1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00" b="1" i="0" spc="1" dirty="0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rPr>
              <a:t>COMMON AREAS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FC286E-BD13-F558-2901-B5EB8C83A4FB}"/>
              </a:ext>
            </a:extLst>
          </p:cNvPr>
          <p:cNvSpPr txBox="1"/>
          <p:nvPr/>
        </p:nvSpPr>
        <p:spPr>
          <a:xfrm>
            <a:off x="504847" y="3535006"/>
            <a:ext cx="3375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+mj-lt"/>
              </a:rPr>
              <a:t>Areas harmonised to track change across census years</a:t>
            </a:r>
            <a:endParaRPr lang="en-GB" sz="20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512A6-B3C9-00AB-E967-CF5549897363}"/>
              </a:ext>
            </a:extLst>
          </p:cNvPr>
          <p:cNvSpPr txBox="1"/>
          <p:nvPr/>
        </p:nvSpPr>
        <p:spPr>
          <a:xfrm>
            <a:off x="504847" y="1858148"/>
            <a:ext cx="39977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Federally funded projects (</a:t>
            </a:r>
            <a:r>
              <a:rPr lang="en-GB" dirty="0" err="1">
                <a:latin typeface="+mj-lt"/>
              </a:rPr>
              <a:t>Obras.gov</a:t>
            </a:r>
            <a:r>
              <a:rPr lang="en-GB" dirty="0">
                <a:latin typeface="+mj-lt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IBAMA-licensed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IBGE Census 2010 &amp; 2022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latin typeface="+mj-lt"/>
              </a:rPr>
              <a:t>IBGE favelas and communities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65F3754-36AF-18F4-D85F-9331266AFE28}"/>
              </a:ext>
            </a:extLst>
          </p:cNvPr>
          <p:cNvSpPr txBox="1"/>
          <p:nvPr/>
        </p:nvSpPr>
        <p:spPr>
          <a:xfrm>
            <a:off x="432701" y="4460685"/>
            <a:ext cx="15961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75" b="1" i="0" spc="1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defRPr>
            </a:pPr>
            <a:r>
              <a:rPr lang="en-GB" sz="1100" b="1" i="0" spc="1" dirty="0">
                <a:solidFill>
                  <a:srgbClr val="894E11"/>
                </a:solidFill>
                <a:latin typeface="Times New Roman"/>
                <a:ea typeface="Times New Roman"/>
                <a:cs typeface="Times New Roman"/>
              </a:rPr>
              <a:t>WHAT IT ENABLES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F99F4E-6660-9FDD-F946-CA14B93676EF}"/>
              </a:ext>
            </a:extLst>
          </p:cNvPr>
          <p:cNvSpPr txBox="1"/>
          <p:nvPr/>
        </p:nvSpPr>
        <p:spPr>
          <a:xfrm>
            <a:off x="504847" y="4722295"/>
            <a:ext cx="450489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+mj-lt"/>
              </a:rPr>
              <a:t>Area-level analysis of investment, race, income, housing and basic services over time.</a:t>
            </a:r>
          </a:p>
          <a:p>
            <a:endParaRPr lang="en-GB" dirty="0">
              <a:latin typeface="+mj-lt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9A5474-2FF3-9FCD-C1F8-5B3251613D65}"/>
              </a:ext>
            </a:extLst>
          </p:cNvPr>
          <p:cNvSpPr>
            <a:spLocks noGrp="1"/>
          </p:cNvSpPr>
          <p:nvPr/>
        </p:nvSpPr>
        <p:spPr>
          <a:xfrm>
            <a:off x="8681430" y="5512777"/>
            <a:ext cx="990083" cy="997191"/>
          </a:xfrm>
          <a:prstGeom prst="rect">
            <a:avLst/>
          </a:prstGeom>
          <a:solidFill>
            <a:schemeClr val="bg2">
              <a:lumMod val="50000"/>
            </a:schemeClr>
          </a:solidFill>
          <a:ln w="0">
            <a:noFill/>
          </a:ln>
        </p:spPr>
        <p:txBody>
          <a:bodyPr/>
          <a:lstStyle/>
          <a:p>
            <a:endParaRPr lang="en-SE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210798-489C-8EB9-2C07-018C5BE9A3E8}"/>
              </a:ext>
            </a:extLst>
          </p:cNvPr>
          <p:cNvSpPr txBox="1"/>
          <p:nvPr/>
        </p:nvSpPr>
        <p:spPr>
          <a:xfrm>
            <a:off x="8655054" y="5595873"/>
            <a:ext cx="10520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E" sz="1200" b="1" dirty="0">
                <a:solidFill>
                  <a:schemeClr val="bg1"/>
                </a:solidFill>
              </a:rPr>
              <a:t>Lund Social Sciences Methods Centre</a:t>
            </a:r>
            <a:endParaRPr lang="en-SE" sz="1200" dirty="0">
              <a:solidFill>
                <a:schemeClr val="bg1"/>
              </a:solidFill>
            </a:endParaRPr>
          </a:p>
        </p:txBody>
      </p:sp>
      <p:pic>
        <p:nvPicPr>
          <p:cNvPr id="59" name="Picture 58" descr="Hägerstrand Lab logo with time-geography paths, satellite data, computational grid, and social science figures">
            <a:extLst>
              <a:ext uri="{FF2B5EF4-FFF2-40B4-BE49-F238E27FC236}">
                <a16:creationId xmlns:a16="http://schemas.microsoft.com/office/drawing/2014/main" id="{00BA5386-FD85-7A9B-99A5-F249349DEA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2510" y="5445950"/>
            <a:ext cx="1211539" cy="1194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78172"/>
      </p:ext>
    </p:extLst>
  </p:cSld>
  <p:clrMapOvr>
    <a:masterClrMapping/>
  </p:clrMapOvr>
</p:sld>
</file>

<file path=ppt/theme/theme1.xml><?xml version="1.0" encoding="utf-8"?>
<a:theme xmlns:a="http://schemas.openxmlformats.org/drawingml/2006/main" name="LU-mall 16:9">
  <a:themeElements>
    <a:clrScheme name="LU_2017-03-02">
      <a:dk1>
        <a:srgbClr val="000000"/>
      </a:dk1>
      <a:lt1>
        <a:srgbClr val="FFFFFF"/>
      </a:lt1>
      <a:dk2>
        <a:srgbClr val="2F2B28"/>
      </a:dk2>
      <a:lt2>
        <a:srgbClr val="D0CCB6"/>
      </a:lt2>
      <a:accent1>
        <a:srgbClr val="894E11"/>
      </a:accent1>
      <a:accent2>
        <a:srgbClr val="E3B6BB"/>
      </a:accent2>
      <a:accent3>
        <a:srgbClr val="ABC9D4"/>
      </a:accent3>
      <a:accent4>
        <a:srgbClr val="9EC0AA"/>
      </a:accent4>
      <a:accent5>
        <a:srgbClr val="D0CCB6"/>
      </a:accent5>
      <a:accent6>
        <a:srgbClr val="B1AA9F"/>
      </a:accent6>
      <a:hlink>
        <a:srgbClr val="00006D"/>
      </a:hlink>
      <a:folHlink>
        <a:srgbClr val="894E11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resentation1" id="{1BC2E5FD-E206-884E-9CE2-B3E781CB7697}" vid="{3C5DB4D9-61B9-B841-97AF-1993DE519907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80D229EE55334EA97DA7C1D458DE3E" ma:contentTypeVersion="7" ma:contentTypeDescription="Skapa ett nytt dokument." ma:contentTypeScope="" ma:versionID="e41130709961b99e7250e1132870d1ff">
  <xsd:schema xmlns:xsd="http://www.w3.org/2001/XMLSchema" xmlns:xs="http://www.w3.org/2001/XMLSchema" xmlns:p="http://schemas.microsoft.com/office/2006/metadata/properties" xmlns:ns2="8292988a-6e9c-4dec-b6eb-00bf1c484a6d" targetNamespace="http://schemas.microsoft.com/office/2006/metadata/properties" ma:root="true" ma:fieldsID="249f7038f68a563145e9eaab672b6095" ns2:_="">
    <xsd:import namespace="8292988a-6e9c-4dec-b6eb-00bf1c484a6d"/>
    <xsd:element name="properties">
      <xsd:complexType>
        <xsd:sequence>
          <xsd:element name="documentManagement">
            <xsd:complexType>
              <xsd:all>
                <xsd:element ref="ns2:_x00c4_gare" minOccurs="0"/>
                <xsd:element ref="ns2:Filtyp" minOccurs="0"/>
                <xsd:element ref="ns2:Publiceringsdatum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Spr_x00e5_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92988a-6e9c-4dec-b6eb-00bf1c484a6d" elementFormDefault="qualified">
    <xsd:import namespace="http://schemas.microsoft.com/office/2006/documentManagement/types"/>
    <xsd:import namespace="http://schemas.microsoft.com/office/infopath/2007/PartnerControls"/>
    <xsd:element name="_x00c4_gare" ma:index="8" nillable="true" ma:displayName="Ägare" ma:description="Ägare av mallen" ma:format="Dropdown" ma:internalName="_x00c4_gare">
      <xsd:simpleType>
        <xsd:restriction base="dms:Text">
          <xsd:maxLength value="255"/>
        </xsd:restriction>
      </xsd:simpleType>
    </xsd:element>
    <xsd:element name="Filtyp" ma:index="9" nillable="true" ma:displayName="Filtyp" ma:format="Dropdown" ma:internalName="Filtyp">
      <xsd:simpleType>
        <xsd:restriction base="dms:Choice">
          <xsd:enumeration value="Excel"/>
          <xsd:enumeration value="Powerpoint"/>
          <xsd:enumeration value="Word"/>
        </xsd:restriction>
      </xsd:simpleType>
    </xsd:element>
    <xsd:element name="Publiceringsdatum" ma:index="10" nillable="true" ma:displayName="Publiceringsdatum" ma:format="DateOnly" ma:internalName="Publiceringsdatum">
      <xsd:simpleType>
        <xsd:restriction base="dms:DateTime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pr_x00e5_k" ma:index="14" nillable="true" ma:displayName="Språk" ma:default="Svenska" ma:format="Dropdown" ma:internalName="Spr_x00e5_k">
      <xsd:simpleType>
        <xsd:union memberTypes="dms:Text">
          <xsd:simpleType>
            <xsd:restriction base="dms:Choice">
              <xsd:enumeration value="Svenska"/>
              <xsd:enumeration value="Engelska"/>
            </xsd:restriction>
          </xsd:simpleType>
        </xsd:un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ceringsdatum xmlns="8292988a-6e9c-4dec-b6eb-00bf1c484a6d">2026-04-19T22:00:00+00:00</Publiceringsdatum>
    <_x00c4_gare xmlns="8292988a-6e9c-4dec-b6eb-00bf1c484a6d">Lunds universitet</_x00c4_gare>
    <Filtyp xmlns="8292988a-6e9c-4dec-b6eb-00bf1c484a6d">Powerpoint</Filtyp>
    <Spr_x00e5_k xmlns="8292988a-6e9c-4dec-b6eb-00bf1c484a6d">Svenska</Spr_x00e5_k>
  </documentManagement>
</p:properties>
</file>

<file path=customXml/itemProps1.xml><?xml version="1.0" encoding="utf-8"?>
<ds:datastoreItem xmlns:ds="http://schemas.openxmlformats.org/officeDocument/2006/customXml" ds:itemID="{91CEE079-6597-4215-8916-8B58EEB08FC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CDDD42-C0AB-48A4-951D-7B917A4A71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92988a-6e9c-4dec-b6eb-00bf1c484a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068EE8E-8466-44B6-9871-8CA1BF17BEBD}">
  <ds:schemaRefs>
    <ds:schemaRef ds:uri="http://purl.org/dc/dcmitype/"/>
    <ds:schemaRef ds:uri="http://schemas.microsoft.com/office/infopath/2007/PartnerControls"/>
    <ds:schemaRef ds:uri="http://purl.org/dc/elements/1.1/"/>
    <ds:schemaRef ds:uri="http://purl.org/dc/terms/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8292988a-6e9c-4dec-b6eb-00bf1c484a6d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7aa68094-6104-41a6-b443-d4b52451f617}" enabled="0" method="" siteId="{7aa68094-6104-41a6-b443-d4b52451f61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LU-mall 16:9</Template>
  <TotalTime>1933</TotalTime>
  <Words>181</Words>
  <Application>Microsoft Macintosh PowerPoint</Application>
  <PresentationFormat>Widescreen</PresentationFormat>
  <Paragraphs>27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Systemtypsnitt normalt</vt:lpstr>
      <vt:lpstr>Arial</vt:lpstr>
      <vt:lpstr>Calibri</vt:lpstr>
      <vt:lpstr>Helvetica Light</vt:lpstr>
      <vt:lpstr>Times New Roman</vt:lpstr>
      <vt:lpstr>LU-mall 16:9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Fabio Schreiber</dc:creator>
  <cp:keywords/>
  <dc:description/>
  <cp:lastModifiedBy>Fabio Schreiber</cp:lastModifiedBy>
  <cp:revision>3</cp:revision>
  <dcterms:created xsi:type="dcterms:W3CDTF">2026-09-18T08:24:44Z</dcterms:created>
  <dcterms:modified xsi:type="dcterms:W3CDTF">2026-09-19T16:38:31Z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0x010100F680D229EE55334EA97DA7C1D458DE3E</vt:lpwstr>
  </property>
  <property fmtid="{D5CDD505-2E9C-101B-9397-08002B2CF9AE}" pid="3" name="_ExtendedDescription">
    <vt:lpwstr>&lt;div class="ExternalClassF6CE9E2EF99A42369FFB77DC376AE4FB"&gt;&lt;div style="font-family&amp;#58;Calibri, Arial, Helvetica, sans-serif;font-size&amp;#58;11pt;color&amp;#58;rgb(50, 49, 48);background-color&amp;#58;transparent;"&gt;Standardmall för lunds universitet&lt;/div&gt;&lt;/div&gt;</vt:lpwstr>
  </property>
</Properties>
</file>